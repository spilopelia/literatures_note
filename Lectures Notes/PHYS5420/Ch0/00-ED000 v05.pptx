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400" r:id="rId3"/>
    <p:sldId id="301" r:id="rId4"/>
    <p:sldId id="360" r:id="rId5"/>
    <p:sldId id="361" r:id="rId6"/>
    <p:sldId id="362" r:id="rId7"/>
    <p:sldId id="363" r:id="rId8"/>
    <p:sldId id="369" r:id="rId9"/>
    <p:sldId id="366" r:id="rId10"/>
    <p:sldId id="367" r:id="rId11"/>
    <p:sldId id="368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2" r:id="rId24"/>
    <p:sldId id="383" r:id="rId25"/>
    <p:sldId id="389" r:id="rId26"/>
    <p:sldId id="390" r:id="rId27"/>
    <p:sldId id="391" r:id="rId28"/>
    <p:sldId id="392" r:id="rId29"/>
    <p:sldId id="393" r:id="rId30"/>
    <p:sldId id="394" r:id="rId31"/>
    <p:sldId id="397" r:id="rId32"/>
    <p:sldId id="399" r:id="rId33"/>
  </p:sldIdLst>
  <p:sldSz cx="9144000" cy="6858000" type="screen4x3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7F7F7F"/>
    <a:srgbClr val="385D8A"/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14863-FF04-4E0F-80FD-F4547FFCBE8F}" v="1" dt="2023-01-10T04:22:53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78" autoAdjust="0"/>
    <p:restoredTop sz="94041" autoAdjust="0"/>
  </p:normalViewPr>
  <p:slideViewPr>
    <p:cSldViewPr>
      <p:cViewPr varScale="1">
        <p:scale>
          <a:sx n="128" d="100"/>
          <a:sy n="128" d="100"/>
        </p:scale>
        <p:origin x="129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2904" y="-86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Young" userId="af9ab14a-8b5f-450e-9783-7e5e7457cf90" providerId="ADAL" clId="{65814863-FF04-4E0F-80FD-F4547FFCBE8F}"/>
    <pc:docChg chg="addSld modSld">
      <pc:chgData name="Kenneth Young" userId="af9ab14a-8b5f-450e-9783-7e5e7457cf90" providerId="ADAL" clId="{65814863-FF04-4E0F-80FD-F4547FFCBE8F}" dt="2023-01-10T04:22:53.712" v="17"/>
      <pc:docMkLst>
        <pc:docMk/>
      </pc:docMkLst>
      <pc:sldChg chg="modSp mod">
        <pc:chgData name="Kenneth Young" userId="af9ab14a-8b5f-450e-9783-7e5e7457cf90" providerId="ADAL" clId="{65814863-FF04-4E0F-80FD-F4547FFCBE8F}" dt="2022-12-26T08:20:57.285" v="1" actId="20577"/>
        <pc:sldMkLst>
          <pc:docMk/>
          <pc:sldMk cId="222107659" sldId="256"/>
        </pc:sldMkLst>
        <pc:spChg chg="mod">
          <ac:chgData name="Kenneth Young" userId="af9ab14a-8b5f-450e-9783-7e5e7457cf90" providerId="ADAL" clId="{65814863-FF04-4E0F-80FD-F4547FFCBE8F}" dt="2022-12-26T08:20:57.285" v="1" actId="20577"/>
          <ac:spMkLst>
            <pc:docMk/>
            <pc:sldMk cId="222107659" sldId="256"/>
            <ac:spMk id="3" creationId="{00000000-0000-0000-0000-000000000000}"/>
          </ac:spMkLst>
        </pc:spChg>
      </pc:sldChg>
      <pc:sldChg chg="modSp mod">
        <pc:chgData name="Kenneth Young" userId="af9ab14a-8b5f-450e-9783-7e5e7457cf90" providerId="ADAL" clId="{65814863-FF04-4E0F-80FD-F4547FFCBE8F}" dt="2022-12-26T08:21:30.905" v="14" actId="20577"/>
        <pc:sldMkLst>
          <pc:docMk/>
          <pc:sldMk cId="3319758425" sldId="301"/>
        </pc:sldMkLst>
        <pc:spChg chg="mod">
          <ac:chgData name="Kenneth Young" userId="af9ab14a-8b5f-450e-9783-7e5e7457cf90" providerId="ADAL" clId="{65814863-FF04-4E0F-80FD-F4547FFCBE8F}" dt="2022-12-26T08:21:30.905" v="14" actId="20577"/>
          <ac:spMkLst>
            <pc:docMk/>
            <pc:sldMk cId="3319758425" sldId="301"/>
            <ac:spMk id="7" creationId="{00000000-0000-0000-0000-000000000000}"/>
          </ac:spMkLst>
        </pc:spChg>
      </pc:sldChg>
      <pc:sldChg chg="modSp mod">
        <pc:chgData name="Kenneth Young" userId="af9ab14a-8b5f-450e-9783-7e5e7457cf90" providerId="ADAL" clId="{65814863-FF04-4E0F-80FD-F4547FFCBE8F}" dt="2022-12-26T08:22:00.931" v="15" actId="207"/>
        <pc:sldMkLst>
          <pc:docMk/>
          <pc:sldMk cId="1109085161" sldId="363"/>
        </pc:sldMkLst>
        <pc:spChg chg="mod">
          <ac:chgData name="Kenneth Young" userId="af9ab14a-8b5f-450e-9783-7e5e7457cf90" providerId="ADAL" clId="{65814863-FF04-4E0F-80FD-F4547FFCBE8F}" dt="2022-12-26T08:22:00.931" v="15" actId="207"/>
          <ac:spMkLst>
            <pc:docMk/>
            <pc:sldMk cId="1109085161" sldId="363"/>
            <ac:spMk id="3" creationId="{00000000-0000-0000-0000-000000000000}"/>
          </ac:spMkLst>
        </pc:spChg>
      </pc:sldChg>
      <pc:sldChg chg="addSp delSp modSp new">
        <pc:chgData name="Kenneth Young" userId="af9ab14a-8b5f-450e-9783-7e5e7457cf90" providerId="ADAL" clId="{65814863-FF04-4E0F-80FD-F4547FFCBE8F}" dt="2023-01-10T04:22:53.712" v="17"/>
        <pc:sldMkLst>
          <pc:docMk/>
          <pc:sldMk cId="1352183484" sldId="400"/>
        </pc:sldMkLst>
        <pc:spChg chg="del">
          <ac:chgData name="Kenneth Young" userId="af9ab14a-8b5f-450e-9783-7e5e7457cf90" providerId="ADAL" clId="{65814863-FF04-4E0F-80FD-F4547FFCBE8F}" dt="2023-01-10T04:22:53.712" v="17"/>
          <ac:spMkLst>
            <pc:docMk/>
            <pc:sldMk cId="1352183484" sldId="400"/>
            <ac:spMk id="3" creationId="{B4B4080C-D41B-411E-97C1-0D433E3F616F}"/>
          </ac:spMkLst>
        </pc:spChg>
        <pc:graphicFrameChg chg="add mod">
          <ac:chgData name="Kenneth Young" userId="af9ab14a-8b5f-450e-9783-7e5e7457cf90" providerId="ADAL" clId="{65814863-FF04-4E0F-80FD-F4547FFCBE8F}" dt="2023-01-10T04:22:53.712" v="17"/>
          <ac:graphicFrameMkLst>
            <pc:docMk/>
            <pc:sldMk cId="1352183484" sldId="400"/>
            <ac:graphicFrameMk id="6" creationId="{49371FCE-F317-4775-BA36-4261534C8D71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688" y="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7F96AE80-2B49-490C-A4DD-57088BB5CCFA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20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688" y="8839201"/>
            <a:ext cx="3041650" cy="46513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522B4580-5E2D-45E3-B465-1AF22E2A14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279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/>
          <a:lstStyle>
            <a:lvl1pPr algn="r">
              <a:defRPr sz="1200"/>
            </a:lvl1pPr>
          </a:lstStyle>
          <a:p>
            <a:fld id="{F5E442E8-572F-4774-B6CB-7DBC33C9640E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1375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79" tIns="46640" rIns="93279" bIns="4664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</p:spPr>
        <p:txBody>
          <a:bodyPr vert="horz" lIns="93279" tIns="46640" rIns="93279" bIns="4664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79" tIns="46640" rIns="93279" bIns="46640" rtlCol="0" anchor="b"/>
          <a:lstStyle>
            <a:lvl1pPr algn="r">
              <a:defRPr sz="1200"/>
            </a:lvl1pPr>
          </a:lstStyle>
          <a:p>
            <a:fld id="{048C9849-E4E8-4237-AD02-FED6F05BD2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48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139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69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C9849-E4E8-4237-AD02-FED6F05BD29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396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B8CA9-15C2-4754-A837-BFA6142B7DF6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85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96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B887-B807-474E-BA61-182BA2992CA5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2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E0526-E7FF-4480-ACA2-F31EF105F758}" type="datetime1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10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58C1-63E5-465F-B556-2D2205190F61}" type="datetime1">
              <a:rPr lang="en-GB" smtClean="0"/>
              <a:t>08/01/2024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15BC7-1FFC-429E-AF9B-2A786DBF7127}" type="datetime1">
              <a:rPr lang="en-GB" smtClean="0"/>
              <a:t>08/01/2024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15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B43DB-B349-4749-BB20-3847188C8DE4}" type="datetime1">
              <a:rPr lang="en-GB" smtClean="0"/>
              <a:t>08/01/2024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67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C7FF5-826C-445B-918B-3F5F0EF62903}" type="datetime1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3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9519-3E1E-4AF8-9614-DB18E1C52356}" type="datetime1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73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6631-D093-461B-B6EF-3005777FE44E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1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D030-61CC-4D6D-BF56-872476325D70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26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FAE05-0C58-462E-88CF-688688A834E9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3C71F-400F-4983-A15F-D6377B810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27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30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1.png"/><Relationship Id="rId5" Type="http://schemas.openxmlformats.org/officeDocument/2006/relationships/image" Target="../media/image720.png"/><Relationship Id="rId4" Type="http://schemas.openxmlformats.org/officeDocument/2006/relationships/image" Target="../media/image710.png"/><Relationship Id="rId9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0.png"/><Relationship Id="rId3" Type="http://schemas.openxmlformats.org/officeDocument/2006/relationships/image" Target="../media/image116.png"/><Relationship Id="rId7" Type="http://schemas.openxmlformats.org/officeDocument/2006/relationships/image" Target="../media/image117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y.cuhk.edu.hk/elearning/year1ph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PHYS 5420 (M)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i="1" dirty="0">
                <a:solidFill>
                  <a:srgbClr val="FF0000"/>
                </a:solidFill>
              </a:rPr>
              <a:t>Classical Electrodynamics</a:t>
            </a:r>
            <a:endParaRPr lang="en-GB" i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Jan-Apr </a:t>
            </a:r>
            <a:r>
              <a:rPr lang="en-GB" dirty="0" smtClean="0">
                <a:solidFill>
                  <a:schemeClr val="tx1"/>
                </a:solidFill>
              </a:rPr>
              <a:t>2024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AF743-1473-4ACB-B7E1-2E63993EC005}" type="datetime1">
              <a:rPr lang="en-GB" smtClean="0"/>
              <a:t>08/01/2024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0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18B8E2-67D2-8103-F964-6A9B75FB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49371FCE-F317-4775-BA36-4261534C8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644927"/>
              </p:ext>
            </p:extLst>
          </p:nvPr>
        </p:nvGraphicFramePr>
        <p:xfrm>
          <a:off x="1920240" y="3405028"/>
          <a:ext cx="5303520" cy="942848"/>
        </p:xfrm>
        <a:graphic>
          <a:graphicData uri="http://schemas.openxmlformats.org/drawingml/2006/table">
            <a:tbl>
              <a:tblPr firstRow="1" firstCol="1" bandRow="1"/>
              <a:tblGrid>
                <a:gridCol w="1097280">
                  <a:extLst>
                    <a:ext uri="{9D8B030D-6E8A-4147-A177-3AD203B41FA5}">
                      <a16:colId xmlns:a16="http://schemas.microsoft.com/office/drawing/2014/main" xmlns="" val="37136890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xmlns="" val="50392855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3748372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Tue 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9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Jan</a:t>
                      </a:r>
                      <a:endParaRPr lang="en-HK" sz="11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en-HK" sz="11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01A: Intro to ED</a:t>
                      </a:r>
                      <a:endParaRPr lang="en-HK" sz="11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02A: Electrostatics</a:t>
                      </a:r>
                      <a:endParaRPr lang="en-HK" sz="11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09504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Thu 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11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Jan</a:t>
                      </a:r>
                      <a:endParaRPr lang="en-HK" sz="11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en-HK" sz="11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01C, 02C</a:t>
                      </a:r>
                      <a:endParaRPr lang="en-HK" sz="11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03A: Boundary value problems</a:t>
                      </a:r>
                      <a:endParaRPr lang="en-HK" sz="11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8581964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5C2E74-11C7-7064-A202-608C080D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78F4519-815B-63A6-5720-B853BBDC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183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 hours &amp; venue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7339-579C-462D-92F6-910A14A8B987}" type="datetime1">
              <a:rPr lang="en-GB" smtClean="0"/>
              <a:t>08/01/2024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752600" y="2551837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Tuesdays &amp; Thursdays</a:t>
            </a:r>
          </a:p>
          <a:p>
            <a:pPr algn="ctr"/>
            <a:r>
              <a:rPr lang="en-US" sz="3600" dirty="0"/>
              <a:t>12:30—14:15</a:t>
            </a:r>
          </a:p>
          <a:p>
            <a:pPr algn="ctr"/>
            <a:r>
              <a:rPr lang="en-US" sz="3600" dirty="0" smtClean="0"/>
              <a:t>SC L1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19758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Kenneth YOUNG</a:t>
            </a:r>
          </a:p>
          <a:p>
            <a:pPr marL="0" indent="0">
              <a:buNone/>
            </a:pPr>
            <a:r>
              <a:rPr lang="en-US" sz="3200" dirty="0"/>
              <a:t>Room 211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LI </a:t>
            </a:r>
            <a:r>
              <a:rPr lang="en-US" sz="3200" dirty="0" err="1" smtClean="0"/>
              <a:t>Zhuochao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Room 313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E0526-E7FF-4480-ACA2-F31EF105F758}" type="datetime1">
              <a:rPr lang="en-GB" smtClean="0"/>
              <a:t>08/01/2024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4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80983"/>
            <a:ext cx="2235200" cy="3352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743200"/>
            <a:ext cx="2667000" cy="333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76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Consultation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in class!</a:t>
            </a:r>
          </a:p>
          <a:p>
            <a:r>
              <a:rPr lang="en-US" dirty="0"/>
              <a:t>Discuss on e-platform!</a:t>
            </a:r>
          </a:p>
          <a:p>
            <a:endParaRPr lang="en-US" dirty="0"/>
          </a:p>
          <a:p>
            <a:r>
              <a:rPr lang="en-US" dirty="0"/>
              <a:t>Will not entertain individual consultation unless …</a:t>
            </a:r>
          </a:p>
          <a:p>
            <a:r>
              <a:rPr lang="en-US" dirty="0"/>
              <a:t>TA will have consultation hour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9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Course description /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Intended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/>
          <a:lstStyle/>
          <a:p>
            <a:r>
              <a:rPr lang="en-US" dirty="0"/>
              <a:t>Read it!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248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9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Pedagogy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/>
          <a:lstStyle/>
          <a:p>
            <a:r>
              <a:rPr lang="en-US" dirty="0"/>
              <a:t>(Semi)-flipped classroom</a:t>
            </a:r>
          </a:p>
          <a:p>
            <a:endParaRPr lang="en-US" dirty="0"/>
          </a:p>
          <a:p>
            <a:pPr marL="514350" indent="-514350">
              <a:buAutoNum type="alphaUcPeriod"/>
            </a:pPr>
            <a:r>
              <a:rPr lang="en-US" dirty="0">
                <a:solidFill>
                  <a:srgbClr val="FF0000"/>
                </a:solidFill>
              </a:rPr>
              <a:t>Brief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lecture</a:t>
            </a:r>
          </a:p>
          <a:p>
            <a:pPr marL="514350" indent="-514350">
              <a:buAutoNum type="alphaUcPeriod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Study on your own: </a:t>
            </a:r>
            <a:r>
              <a:rPr lang="en-US" dirty="0">
                <a:solidFill>
                  <a:srgbClr val="00B050"/>
                </a:solidFill>
              </a:rPr>
              <a:t>videos + lecture notes</a:t>
            </a:r>
          </a:p>
          <a:p>
            <a:pPr marL="514350" indent="-514350">
              <a:buAutoNum type="alphaUcPeriod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Discussion (next session)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8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Nature of electrodynamics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861" y="1927860"/>
            <a:ext cx="3212677" cy="2720340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05000"/>
            <a:ext cx="2971800" cy="297180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E0526-E7FF-4480-ACA2-F31EF105F758}" type="datetime1">
              <a:rPr lang="en-GB" smtClean="0"/>
              <a:t>08/01/2024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8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685800" y="54102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Elegant?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0683" y="54102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Messy?</a:t>
            </a:r>
          </a:p>
        </p:txBody>
      </p:sp>
    </p:spTree>
    <p:extLst>
      <p:ext uri="{BB962C8B-B14F-4D97-AF65-F5344CB8AC3E}">
        <p14:creationId xmlns:p14="http://schemas.microsoft.com/office/powerpoint/2010/main" val="168754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Blackboard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421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Pre-recorded videos (on Blackboard)</a:t>
            </a:r>
          </a:p>
          <a:p>
            <a:r>
              <a:rPr lang="en-US" dirty="0"/>
              <a:t>Lecture notes (on Blackboard)</a:t>
            </a:r>
          </a:p>
          <a:p>
            <a:r>
              <a:rPr lang="en-US" dirty="0"/>
              <a:t>Secondary references</a:t>
            </a:r>
          </a:p>
          <a:p>
            <a:pPr lvl="1"/>
            <a:r>
              <a:rPr lang="en-US" dirty="0"/>
              <a:t>Jackson</a:t>
            </a:r>
          </a:p>
          <a:p>
            <a:pPr lvl="1"/>
            <a:r>
              <a:rPr lang="en-US" dirty="0"/>
              <a:t>Landau &amp; </a:t>
            </a:r>
            <a:r>
              <a:rPr lang="en-US" dirty="0" err="1"/>
              <a:t>Lifshitz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54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Assessment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184458"/>
              </p:ext>
            </p:extLst>
          </p:nvPr>
        </p:nvGraphicFramePr>
        <p:xfrm>
          <a:off x="457200" y="1600200"/>
          <a:ext cx="8229600" cy="3474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xmlns="" val="243074567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592197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0" dirty="0"/>
                        <a:t>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7864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/>
                        <a:t>Learning 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38577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/>
                        <a:t>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79399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/>
                        <a:t>Midterm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25 (</a:t>
                      </a:r>
                      <a:r>
                        <a:rPr lang="en-US" sz="3200" b="0" dirty="0">
                          <a:solidFill>
                            <a:srgbClr val="00B050"/>
                          </a:solidFill>
                        </a:rPr>
                        <a:t>15</a:t>
                      </a:r>
                      <a:r>
                        <a:rPr lang="en-US" sz="3200" b="0" dirty="0"/>
                        <a:t> + 10)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22027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/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45 (</a:t>
                      </a:r>
                      <a:r>
                        <a:rPr lang="en-US" sz="3200" b="0" dirty="0">
                          <a:solidFill>
                            <a:srgbClr val="00B050"/>
                          </a:solidFill>
                        </a:rPr>
                        <a:t>30</a:t>
                      </a:r>
                      <a:r>
                        <a:rPr lang="en-US" sz="3200" b="0" dirty="0"/>
                        <a:t> + 15)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43986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524877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516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Some Preliminaries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rgbClr val="FF0000"/>
                </a:solidFill>
              </a:rPr>
              <a:t>Vectors and index notation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/>
              <a:t>Cauchy integral theorem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69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 and indices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13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4502525"/>
              </p:ext>
            </p:extLst>
          </p:nvPr>
        </p:nvGraphicFramePr>
        <p:xfrm>
          <a:off x="1447800" y="1905000"/>
          <a:ext cx="6410325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2552400" imgH="711000" progId="Equation.DSMT4">
                  <p:embed/>
                </p:oleObj>
              </mc:Choice>
              <mc:Fallback>
                <p:oleObj name="Equation" r:id="rId3" imgW="2552400" imgH="71100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1905000"/>
                        <a:ext cx="6410325" cy="178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8997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Summation convention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14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589862"/>
              </p:ext>
            </p:extLst>
          </p:nvPr>
        </p:nvGraphicFramePr>
        <p:xfrm>
          <a:off x="1219200" y="2209800"/>
          <a:ext cx="6808787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2323800" imgH="609480" progId="Equation.DSMT4">
                  <p:embed/>
                </p:oleObj>
              </mc:Choice>
              <mc:Fallback>
                <p:oleObj name="Equation" r:id="rId3" imgW="2323800" imgH="60948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2209800"/>
                        <a:ext cx="6808787" cy="178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1171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040122"/>
              </p:ext>
            </p:extLst>
          </p:nvPr>
        </p:nvGraphicFramePr>
        <p:xfrm>
          <a:off x="3268663" y="1600200"/>
          <a:ext cx="2605087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774360" imgH="1346040" progId="Equation.DSMT4">
                  <p:embed/>
                </p:oleObj>
              </mc:Choice>
              <mc:Fallback>
                <p:oleObj name="Equation" r:id="rId3" imgW="774360" imgH="134604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8663" y="1600200"/>
                        <a:ext cx="2605087" cy="452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6726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Kronecker</a:t>
            </a:r>
            <a:r>
              <a:rPr lang="en-US" dirty="0"/>
              <a:t> delta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149557"/>
              </p:ext>
            </p:extLst>
          </p:nvPr>
        </p:nvGraphicFramePr>
        <p:xfrm>
          <a:off x="2209800" y="1770063"/>
          <a:ext cx="4960938" cy="175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3" imgW="1942920" imgH="685800" progId="Equation.DSMT4">
                  <p:embed/>
                </p:oleObj>
              </mc:Choice>
              <mc:Fallback>
                <p:oleObj name="Equation" r:id="rId3" imgW="1942920" imgH="68580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9800" y="1770063"/>
                        <a:ext cx="4960938" cy="175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0014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58790"/>
              </p:ext>
            </p:extLst>
          </p:nvPr>
        </p:nvGraphicFramePr>
        <p:xfrm>
          <a:off x="2918619" y="2438400"/>
          <a:ext cx="3306762" cy="165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3" imgW="914400" imgH="457200" progId="Equation.DSMT4">
                  <p:embed/>
                </p:oleObj>
              </mc:Choice>
              <mc:Fallback>
                <p:oleObj name="Equation" r:id="rId3" imgW="914400" imgH="45720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8619" y="2438400"/>
                        <a:ext cx="3306762" cy="1653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8721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Levi-</a:t>
            </a:r>
            <a:r>
              <a:rPr lang="en-US" dirty="0" err="1"/>
              <a:t>Civita</a:t>
            </a:r>
            <a:r>
              <a:rPr lang="en-US" dirty="0"/>
              <a:t> Symbol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18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808417"/>
              </p:ext>
            </p:extLst>
          </p:nvPr>
        </p:nvGraphicFramePr>
        <p:xfrm>
          <a:off x="2344810" y="1670701"/>
          <a:ext cx="4454381" cy="3587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3" imgW="1828800" imgH="1473120" progId="Equation.DSMT4">
                  <p:embed/>
                </p:oleObj>
              </mc:Choice>
              <mc:Fallback>
                <p:oleObj name="Equation" r:id="rId3" imgW="1828800" imgH="147312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4810" y="1670701"/>
                        <a:ext cx="4454381" cy="3587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6038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product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19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213474"/>
              </p:ext>
            </p:extLst>
          </p:nvPr>
        </p:nvGraphicFramePr>
        <p:xfrm>
          <a:off x="3033713" y="2970213"/>
          <a:ext cx="3076575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3" imgW="787320" imgH="457200" progId="Equation.DSMT4">
                  <p:embed/>
                </p:oleObj>
              </mc:Choice>
              <mc:Fallback>
                <p:oleObj name="Equation" r:id="rId3" imgW="787320" imgH="45720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3713" y="2970213"/>
                        <a:ext cx="3076575" cy="178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9931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Identities (1)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20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708516"/>
              </p:ext>
            </p:extLst>
          </p:nvPr>
        </p:nvGraphicFramePr>
        <p:xfrm>
          <a:off x="1676400" y="2814042"/>
          <a:ext cx="5791200" cy="841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3" imgW="1574640" imgH="228600" progId="Equation.DSMT4">
                  <p:embed/>
                </p:oleObj>
              </mc:Choice>
              <mc:Fallback>
                <p:oleObj name="Equation" r:id="rId3" imgW="1574640" imgH="22860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2814042"/>
                        <a:ext cx="5791200" cy="841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67000" y="1828800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One repeated index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637146"/>
              </p:ext>
            </p:extLst>
          </p:nvPr>
        </p:nvGraphicFramePr>
        <p:xfrm>
          <a:off x="1609507" y="4344183"/>
          <a:ext cx="5924986" cy="707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5" imgW="1701720" imgH="203040" progId="Equation.DSMT4">
                  <p:embed/>
                </p:oleObj>
              </mc:Choice>
              <mc:Fallback>
                <p:oleObj name="Equation" r:id="rId5" imgW="1701720" imgH="2030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9507" y="4344183"/>
                        <a:ext cx="5924986" cy="707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6137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Identities (2)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240306"/>
              </p:ext>
            </p:extLst>
          </p:nvPr>
        </p:nvGraphicFramePr>
        <p:xfrm>
          <a:off x="2982913" y="2814638"/>
          <a:ext cx="31781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3" imgW="863280" imgH="228600" progId="Equation.DSMT4">
                  <p:embed/>
                </p:oleObj>
              </mc:Choice>
              <mc:Fallback>
                <p:oleObj name="Equation" r:id="rId3" imgW="863280" imgH="228600" progId="Equation.DSMT4">
                  <p:embed/>
                  <p:pic>
                    <p:nvPicPr>
                      <p:cNvPr id="6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2913" y="2814638"/>
                        <a:ext cx="3178175" cy="84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67000" y="1828800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Two repeated indices</a:t>
            </a:r>
          </a:p>
        </p:txBody>
      </p:sp>
    </p:spTree>
    <p:extLst>
      <p:ext uri="{BB962C8B-B14F-4D97-AF65-F5344CB8AC3E}">
        <p14:creationId xmlns:p14="http://schemas.microsoft.com/office/powerpoint/2010/main" val="802110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Some Preliminaries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 dirty="0"/>
              <a:t>Vectors and index notation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rgbClr val="FF0000"/>
                </a:solidFill>
              </a:rPr>
              <a:t>Cauchy integral theorem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602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</a:rPr>
              <a:t>Integral independent of path?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50" y="1067779"/>
                <a:ext cx="4267200" cy="1148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</m:d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HK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sup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1067779"/>
                <a:ext cx="4267200" cy="11489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1066800" y="2535782"/>
            <a:ext cx="1733624" cy="2432192"/>
          </a:xfrm>
          <a:custGeom>
            <a:avLst/>
            <a:gdLst>
              <a:gd name="connsiteX0" fmla="*/ 1036938 w 1733624"/>
              <a:gd name="connsiteY0" fmla="*/ 2337574 h 2432765"/>
              <a:gd name="connsiteX1" fmla="*/ 833738 w 1733624"/>
              <a:gd name="connsiteY1" fmla="*/ 2395631 h 2432765"/>
              <a:gd name="connsiteX2" fmla="*/ 20938 w 1733624"/>
              <a:gd name="connsiteY2" fmla="*/ 1844089 h 2432765"/>
              <a:gd name="connsiteX3" fmla="*/ 325738 w 1733624"/>
              <a:gd name="connsiteY3" fmla="*/ 784546 h 2432765"/>
              <a:gd name="connsiteX4" fmla="*/ 1240138 w 1733624"/>
              <a:gd name="connsiteY4" fmla="*/ 102374 h 2432765"/>
              <a:gd name="connsiteX5" fmla="*/ 1733624 w 1733624"/>
              <a:gd name="connsiteY5" fmla="*/ 15289 h 2432765"/>
              <a:gd name="connsiteX0" fmla="*/ 1075038 w 1733624"/>
              <a:gd name="connsiteY0" fmla="*/ 2378055 h 2448187"/>
              <a:gd name="connsiteX1" fmla="*/ 833738 w 1733624"/>
              <a:gd name="connsiteY1" fmla="*/ 2395631 h 2448187"/>
              <a:gd name="connsiteX2" fmla="*/ 20938 w 1733624"/>
              <a:gd name="connsiteY2" fmla="*/ 1844089 h 2448187"/>
              <a:gd name="connsiteX3" fmla="*/ 325738 w 1733624"/>
              <a:gd name="connsiteY3" fmla="*/ 784546 h 2448187"/>
              <a:gd name="connsiteX4" fmla="*/ 1240138 w 1733624"/>
              <a:gd name="connsiteY4" fmla="*/ 102374 h 2448187"/>
              <a:gd name="connsiteX5" fmla="*/ 1733624 w 1733624"/>
              <a:gd name="connsiteY5" fmla="*/ 15289 h 2448187"/>
              <a:gd name="connsiteX0" fmla="*/ 1075038 w 1733624"/>
              <a:gd name="connsiteY0" fmla="*/ 2378055 h 2445350"/>
              <a:gd name="connsiteX1" fmla="*/ 833738 w 1733624"/>
              <a:gd name="connsiteY1" fmla="*/ 2395631 h 2445350"/>
              <a:gd name="connsiteX2" fmla="*/ 20938 w 1733624"/>
              <a:gd name="connsiteY2" fmla="*/ 1844089 h 2445350"/>
              <a:gd name="connsiteX3" fmla="*/ 325738 w 1733624"/>
              <a:gd name="connsiteY3" fmla="*/ 784546 h 2445350"/>
              <a:gd name="connsiteX4" fmla="*/ 1240138 w 1733624"/>
              <a:gd name="connsiteY4" fmla="*/ 102374 h 2445350"/>
              <a:gd name="connsiteX5" fmla="*/ 1733624 w 1733624"/>
              <a:gd name="connsiteY5" fmla="*/ 15289 h 2445350"/>
              <a:gd name="connsiteX0" fmla="*/ 1075038 w 1733624"/>
              <a:gd name="connsiteY0" fmla="*/ 2378055 h 2432192"/>
              <a:gd name="connsiteX1" fmla="*/ 833738 w 1733624"/>
              <a:gd name="connsiteY1" fmla="*/ 2395631 h 2432192"/>
              <a:gd name="connsiteX2" fmla="*/ 20938 w 1733624"/>
              <a:gd name="connsiteY2" fmla="*/ 1844089 h 2432192"/>
              <a:gd name="connsiteX3" fmla="*/ 325738 w 1733624"/>
              <a:gd name="connsiteY3" fmla="*/ 784546 h 2432192"/>
              <a:gd name="connsiteX4" fmla="*/ 1240138 w 1733624"/>
              <a:gd name="connsiteY4" fmla="*/ 102374 h 2432192"/>
              <a:gd name="connsiteX5" fmla="*/ 1733624 w 1733624"/>
              <a:gd name="connsiteY5" fmla="*/ 15289 h 243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624" h="2432192">
                <a:moveTo>
                  <a:pt x="1075038" y="2378055"/>
                </a:moveTo>
                <a:cubicBezTo>
                  <a:pt x="1003336" y="2383913"/>
                  <a:pt x="1009421" y="2484625"/>
                  <a:pt x="833738" y="2395631"/>
                </a:cubicBezTo>
                <a:cubicBezTo>
                  <a:pt x="658055" y="2306637"/>
                  <a:pt x="105605" y="2112603"/>
                  <a:pt x="20938" y="1844089"/>
                </a:cubicBezTo>
                <a:cubicBezTo>
                  <a:pt x="-63729" y="1575575"/>
                  <a:pt x="122538" y="1074832"/>
                  <a:pt x="325738" y="784546"/>
                </a:cubicBezTo>
                <a:cubicBezTo>
                  <a:pt x="528938" y="494260"/>
                  <a:pt x="1005490" y="230583"/>
                  <a:pt x="1240138" y="102374"/>
                </a:cubicBezTo>
                <a:cubicBezTo>
                  <a:pt x="1474786" y="-25836"/>
                  <a:pt x="1604205" y="-5274"/>
                  <a:pt x="1733624" y="15289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Freeform 8"/>
          <p:cNvSpPr/>
          <p:nvPr/>
        </p:nvSpPr>
        <p:spPr>
          <a:xfrm>
            <a:off x="2138630" y="2557242"/>
            <a:ext cx="1588891" cy="2361066"/>
          </a:xfrm>
          <a:custGeom>
            <a:avLst/>
            <a:gdLst>
              <a:gd name="connsiteX0" fmla="*/ 0 w 1576984"/>
              <a:gd name="connsiteY0" fmla="*/ 2365828 h 2365828"/>
              <a:gd name="connsiteX1" fmla="*/ 159657 w 1576984"/>
              <a:gd name="connsiteY1" fmla="*/ 2133600 h 2365828"/>
              <a:gd name="connsiteX2" fmla="*/ 725714 w 1576984"/>
              <a:gd name="connsiteY2" fmla="*/ 2017485 h 2365828"/>
              <a:gd name="connsiteX3" fmla="*/ 1509485 w 1576984"/>
              <a:gd name="connsiteY3" fmla="*/ 1480457 h 2365828"/>
              <a:gd name="connsiteX4" fmla="*/ 1436914 w 1576984"/>
              <a:gd name="connsiteY4" fmla="*/ 508000 h 2365828"/>
              <a:gd name="connsiteX5" fmla="*/ 638628 w 1576984"/>
              <a:gd name="connsiteY5" fmla="*/ 0 h 2365828"/>
              <a:gd name="connsiteX6" fmla="*/ 638628 w 1576984"/>
              <a:gd name="connsiteY6" fmla="*/ 0 h 2365828"/>
              <a:gd name="connsiteX7" fmla="*/ 638628 w 1576984"/>
              <a:gd name="connsiteY7" fmla="*/ 0 h 2365828"/>
              <a:gd name="connsiteX0" fmla="*/ 0 w 1576984"/>
              <a:gd name="connsiteY0" fmla="*/ 2365828 h 2365828"/>
              <a:gd name="connsiteX1" fmla="*/ 159657 w 1576984"/>
              <a:gd name="connsiteY1" fmla="*/ 2133600 h 2365828"/>
              <a:gd name="connsiteX2" fmla="*/ 725714 w 1576984"/>
              <a:gd name="connsiteY2" fmla="*/ 2017485 h 2365828"/>
              <a:gd name="connsiteX3" fmla="*/ 1509485 w 1576984"/>
              <a:gd name="connsiteY3" fmla="*/ 1480457 h 2365828"/>
              <a:gd name="connsiteX4" fmla="*/ 1436914 w 1576984"/>
              <a:gd name="connsiteY4" fmla="*/ 508000 h 2365828"/>
              <a:gd name="connsiteX5" fmla="*/ 638628 w 1576984"/>
              <a:gd name="connsiteY5" fmla="*/ 0 h 2365828"/>
              <a:gd name="connsiteX6" fmla="*/ 638628 w 1576984"/>
              <a:gd name="connsiteY6" fmla="*/ 0 h 2365828"/>
              <a:gd name="connsiteX7" fmla="*/ 638628 w 1576984"/>
              <a:gd name="connsiteY7" fmla="*/ 0 h 2365828"/>
              <a:gd name="connsiteX0" fmla="*/ 0 w 1588891"/>
              <a:gd name="connsiteY0" fmla="*/ 2361066 h 2361066"/>
              <a:gd name="connsiteX1" fmla="*/ 171564 w 1588891"/>
              <a:gd name="connsiteY1" fmla="*/ 2133600 h 2361066"/>
              <a:gd name="connsiteX2" fmla="*/ 737621 w 1588891"/>
              <a:gd name="connsiteY2" fmla="*/ 2017485 h 2361066"/>
              <a:gd name="connsiteX3" fmla="*/ 1521392 w 1588891"/>
              <a:gd name="connsiteY3" fmla="*/ 1480457 h 2361066"/>
              <a:gd name="connsiteX4" fmla="*/ 1448821 w 1588891"/>
              <a:gd name="connsiteY4" fmla="*/ 508000 h 2361066"/>
              <a:gd name="connsiteX5" fmla="*/ 650535 w 1588891"/>
              <a:gd name="connsiteY5" fmla="*/ 0 h 2361066"/>
              <a:gd name="connsiteX6" fmla="*/ 650535 w 1588891"/>
              <a:gd name="connsiteY6" fmla="*/ 0 h 2361066"/>
              <a:gd name="connsiteX7" fmla="*/ 650535 w 1588891"/>
              <a:gd name="connsiteY7" fmla="*/ 0 h 236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91" h="2361066">
                <a:moveTo>
                  <a:pt x="0" y="2361066"/>
                </a:moveTo>
                <a:cubicBezTo>
                  <a:pt x="86027" y="2321605"/>
                  <a:pt x="48627" y="2190863"/>
                  <a:pt x="171564" y="2133600"/>
                </a:cubicBezTo>
                <a:cubicBezTo>
                  <a:pt x="294501" y="2076337"/>
                  <a:pt x="512650" y="2126342"/>
                  <a:pt x="737621" y="2017485"/>
                </a:cubicBezTo>
                <a:cubicBezTo>
                  <a:pt x="962592" y="1908628"/>
                  <a:pt x="1402859" y="1732038"/>
                  <a:pt x="1521392" y="1480457"/>
                </a:cubicBezTo>
                <a:cubicBezTo>
                  <a:pt x="1639925" y="1228876"/>
                  <a:pt x="1593964" y="754743"/>
                  <a:pt x="1448821" y="508000"/>
                </a:cubicBezTo>
                <a:cubicBezTo>
                  <a:pt x="1303678" y="261257"/>
                  <a:pt x="650535" y="0"/>
                  <a:pt x="650535" y="0"/>
                </a:cubicBezTo>
                <a:lnTo>
                  <a:pt x="650535" y="0"/>
                </a:lnTo>
                <a:lnTo>
                  <a:pt x="65053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Freeform 9"/>
          <p:cNvSpPr/>
          <p:nvPr/>
        </p:nvSpPr>
        <p:spPr>
          <a:xfrm>
            <a:off x="3670600" y="3779342"/>
            <a:ext cx="52388" cy="240506"/>
          </a:xfrm>
          <a:custGeom>
            <a:avLst/>
            <a:gdLst>
              <a:gd name="connsiteX0" fmla="*/ 0 w 76200"/>
              <a:gd name="connsiteY0" fmla="*/ 285750 h 285750"/>
              <a:gd name="connsiteX1" fmla="*/ 57150 w 76200"/>
              <a:gd name="connsiteY1" fmla="*/ 146050 h 285750"/>
              <a:gd name="connsiteX2" fmla="*/ 76200 w 76200"/>
              <a:gd name="connsiteY2" fmla="*/ 0 h 285750"/>
              <a:gd name="connsiteX0" fmla="*/ 0 w 76200"/>
              <a:gd name="connsiteY0" fmla="*/ 285750 h 285750"/>
              <a:gd name="connsiteX1" fmla="*/ 50006 w 76200"/>
              <a:gd name="connsiteY1" fmla="*/ 146050 h 285750"/>
              <a:gd name="connsiteX2" fmla="*/ 76200 w 76200"/>
              <a:gd name="connsiteY2" fmla="*/ 0 h 285750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2388"/>
              <a:gd name="connsiteY0" fmla="*/ 240506 h 240506"/>
              <a:gd name="connsiteX1" fmla="*/ 26194 w 52388"/>
              <a:gd name="connsiteY1" fmla="*/ 146050 h 240506"/>
              <a:gd name="connsiteX2" fmla="*/ 52388 w 52388"/>
              <a:gd name="connsiteY2" fmla="*/ 0 h 240506"/>
              <a:gd name="connsiteX0" fmla="*/ 0 w 52388"/>
              <a:gd name="connsiteY0" fmla="*/ 240506 h 240506"/>
              <a:gd name="connsiteX1" fmla="*/ 26194 w 52388"/>
              <a:gd name="connsiteY1" fmla="*/ 146050 h 240506"/>
              <a:gd name="connsiteX2" fmla="*/ 52388 w 52388"/>
              <a:gd name="connsiteY2" fmla="*/ 0 h 24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388" h="240506">
                <a:moveTo>
                  <a:pt x="0" y="240506"/>
                </a:moveTo>
                <a:cubicBezTo>
                  <a:pt x="12700" y="189705"/>
                  <a:pt x="17463" y="186134"/>
                  <a:pt x="26194" y="146050"/>
                </a:cubicBezTo>
                <a:cubicBezTo>
                  <a:pt x="34925" y="105966"/>
                  <a:pt x="49213" y="49212"/>
                  <a:pt x="52388" y="0"/>
                </a:cubicBezTo>
              </a:path>
            </a:pathLst>
          </a:custGeom>
          <a:noFill/>
          <a:ln w="19050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Freeform 10"/>
          <p:cNvSpPr/>
          <p:nvPr/>
        </p:nvSpPr>
        <p:spPr>
          <a:xfrm>
            <a:off x="1556050" y="3005925"/>
            <a:ext cx="173038" cy="131762"/>
          </a:xfrm>
          <a:custGeom>
            <a:avLst/>
            <a:gdLst>
              <a:gd name="connsiteX0" fmla="*/ 0 w 215900"/>
              <a:gd name="connsiteY0" fmla="*/ 165100 h 165100"/>
              <a:gd name="connsiteX1" fmla="*/ 114300 w 215900"/>
              <a:gd name="connsiteY1" fmla="*/ 69850 h 165100"/>
              <a:gd name="connsiteX2" fmla="*/ 215900 w 215900"/>
              <a:gd name="connsiteY2" fmla="*/ 0 h 165100"/>
              <a:gd name="connsiteX0" fmla="*/ 0 w 173038"/>
              <a:gd name="connsiteY0" fmla="*/ 131762 h 131762"/>
              <a:gd name="connsiteX1" fmla="*/ 71438 w 173038"/>
              <a:gd name="connsiteY1" fmla="*/ 69850 h 131762"/>
              <a:gd name="connsiteX2" fmla="*/ 173038 w 173038"/>
              <a:gd name="connsiteY2" fmla="*/ 0 h 13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038" h="131762">
                <a:moveTo>
                  <a:pt x="0" y="131762"/>
                </a:moveTo>
                <a:cubicBezTo>
                  <a:pt x="39158" y="97895"/>
                  <a:pt x="42598" y="91810"/>
                  <a:pt x="71438" y="69850"/>
                </a:cubicBezTo>
                <a:cubicBezTo>
                  <a:pt x="100278" y="47890"/>
                  <a:pt x="140229" y="21166"/>
                  <a:pt x="173038" y="0"/>
                </a:cubicBez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Oval 11"/>
          <p:cNvSpPr/>
          <p:nvPr/>
        </p:nvSpPr>
        <p:spPr>
          <a:xfrm>
            <a:off x="2750894" y="2512338"/>
            <a:ext cx="99060" cy="990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81635" y="3631807"/>
                <a:ext cx="5852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HK" altLang="en-US" sz="26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635" y="3631807"/>
                <a:ext cx="585268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13191" y="2576275"/>
                <a:ext cx="9906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HK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HK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HK" altLang="en-US" sz="2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1" y="2576275"/>
                <a:ext cx="990600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802065" y="2039975"/>
                <a:ext cx="5852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zh-HK" altLang="en-US" sz="2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065" y="2039975"/>
                <a:ext cx="585268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426199" y="5410200"/>
                <a:ext cx="2667000" cy="103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bHide m:val="on"/>
                          <m:supHide m:val="on"/>
                          <m:ctrlP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3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30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altLang="zh-HK" sz="3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HK" altLang="en-US" sz="3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99" y="5410200"/>
                <a:ext cx="2667000" cy="103643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 21"/>
          <p:cNvSpPr/>
          <p:nvPr/>
        </p:nvSpPr>
        <p:spPr>
          <a:xfrm>
            <a:off x="5545662" y="2309444"/>
            <a:ext cx="1733624" cy="2432192"/>
          </a:xfrm>
          <a:custGeom>
            <a:avLst/>
            <a:gdLst>
              <a:gd name="connsiteX0" fmla="*/ 1036938 w 1733624"/>
              <a:gd name="connsiteY0" fmla="*/ 2337574 h 2432765"/>
              <a:gd name="connsiteX1" fmla="*/ 833738 w 1733624"/>
              <a:gd name="connsiteY1" fmla="*/ 2395631 h 2432765"/>
              <a:gd name="connsiteX2" fmla="*/ 20938 w 1733624"/>
              <a:gd name="connsiteY2" fmla="*/ 1844089 h 2432765"/>
              <a:gd name="connsiteX3" fmla="*/ 325738 w 1733624"/>
              <a:gd name="connsiteY3" fmla="*/ 784546 h 2432765"/>
              <a:gd name="connsiteX4" fmla="*/ 1240138 w 1733624"/>
              <a:gd name="connsiteY4" fmla="*/ 102374 h 2432765"/>
              <a:gd name="connsiteX5" fmla="*/ 1733624 w 1733624"/>
              <a:gd name="connsiteY5" fmla="*/ 15289 h 2432765"/>
              <a:gd name="connsiteX0" fmla="*/ 1075038 w 1733624"/>
              <a:gd name="connsiteY0" fmla="*/ 2378055 h 2448187"/>
              <a:gd name="connsiteX1" fmla="*/ 833738 w 1733624"/>
              <a:gd name="connsiteY1" fmla="*/ 2395631 h 2448187"/>
              <a:gd name="connsiteX2" fmla="*/ 20938 w 1733624"/>
              <a:gd name="connsiteY2" fmla="*/ 1844089 h 2448187"/>
              <a:gd name="connsiteX3" fmla="*/ 325738 w 1733624"/>
              <a:gd name="connsiteY3" fmla="*/ 784546 h 2448187"/>
              <a:gd name="connsiteX4" fmla="*/ 1240138 w 1733624"/>
              <a:gd name="connsiteY4" fmla="*/ 102374 h 2448187"/>
              <a:gd name="connsiteX5" fmla="*/ 1733624 w 1733624"/>
              <a:gd name="connsiteY5" fmla="*/ 15289 h 2448187"/>
              <a:gd name="connsiteX0" fmla="*/ 1075038 w 1733624"/>
              <a:gd name="connsiteY0" fmla="*/ 2378055 h 2445350"/>
              <a:gd name="connsiteX1" fmla="*/ 833738 w 1733624"/>
              <a:gd name="connsiteY1" fmla="*/ 2395631 h 2445350"/>
              <a:gd name="connsiteX2" fmla="*/ 20938 w 1733624"/>
              <a:gd name="connsiteY2" fmla="*/ 1844089 h 2445350"/>
              <a:gd name="connsiteX3" fmla="*/ 325738 w 1733624"/>
              <a:gd name="connsiteY3" fmla="*/ 784546 h 2445350"/>
              <a:gd name="connsiteX4" fmla="*/ 1240138 w 1733624"/>
              <a:gd name="connsiteY4" fmla="*/ 102374 h 2445350"/>
              <a:gd name="connsiteX5" fmla="*/ 1733624 w 1733624"/>
              <a:gd name="connsiteY5" fmla="*/ 15289 h 2445350"/>
              <a:gd name="connsiteX0" fmla="*/ 1075038 w 1733624"/>
              <a:gd name="connsiteY0" fmla="*/ 2378055 h 2432192"/>
              <a:gd name="connsiteX1" fmla="*/ 833738 w 1733624"/>
              <a:gd name="connsiteY1" fmla="*/ 2395631 h 2432192"/>
              <a:gd name="connsiteX2" fmla="*/ 20938 w 1733624"/>
              <a:gd name="connsiteY2" fmla="*/ 1844089 h 2432192"/>
              <a:gd name="connsiteX3" fmla="*/ 325738 w 1733624"/>
              <a:gd name="connsiteY3" fmla="*/ 784546 h 2432192"/>
              <a:gd name="connsiteX4" fmla="*/ 1240138 w 1733624"/>
              <a:gd name="connsiteY4" fmla="*/ 102374 h 2432192"/>
              <a:gd name="connsiteX5" fmla="*/ 1733624 w 1733624"/>
              <a:gd name="connsiteY5" fmla="*/ 15289 h 243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624" h="2432192">
                <a:moveTo>
                  <a:pt x="1075038" y="2378055"/>
                </a:moveTo>
                <a:cubicBezTo>
                  <a:pt x="1003336" y="2383913"/>
                  <a:pt x="1009421" y="2484625"/>
                  <a:pt x="833738" y="2395631"/>
                </a:cubicBezTo>
                <a:cubicBezTo>
                  <a:pt x="658055" y="2306637"/>
                  <a:pt x="105605" y="2112603"/>
                  <a:pt x="20938" y="1844089"/>
                </a:cubicBezTo>
                <a:cubicBezTo>
                  <a:pt x="-63729" y="1575575"/>
                  <a:pt x="122538" y="1074832"/>
                  <a:pt x="325738" y="784546"/>
                </a:cubicBezTo>
                <a:cubicBezTo>
                  <a:pt x="528938" y="494260"/>
                  <a:pt x="1005490" y="230583"/>
                  <a:pt x="1240138" y="102374"/>
                </a:cubicBezTo>
                <a:cubicBezTo>
                  <a:pt x="1474786" y="-25836"/>
                  <a:pt x="1604205" y="-5274"/>
                  <a:pt x="1733624" y="15289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Freeform 22"/>
          <p:cNvSpPr/>
          <p:nvPr/>
        </p:nvSpPr>
        <p:spPr>
          <a:xfrm>
            <a:off x="6619874" y="2330904"/>
            <a:ext cx="1586509" cy="2359478"/>
          </a:xfrm>
          <a:custGeom>
            <a:avLst/>
            <a:gdLst>
              <a:gd name="connsiteX0" fmla="*/ 0 w 1576984"/>
              <a:gd name="connsiteY0" fmla="*/ 2365828 h 2365828"/>
              <a:gd name="connsiteX1" fmla="*/ 159657 w 1576984"/>
              <a:gd name="connsiteY1" fmla="*/ 2133600 h 2365828"/>
              <a:gd name="connsiteX2" fmla="*/ 725714 w 1576984"/>
              <a:gd name="connsiteY2" fmla="*/ 2017485 h 2365828"/>
              <a:gd name="connsiteX3" fmla="*/ 1509485 w 1576984"/>
              <a:gd name="connsiteY3" fmla="*/ 1480457 h 2365828"/>
              <a:gd name="connsiteX4" fmla="*/ 1436914 w 1576984"/>
              <a:gd name="connsiteY4" fmla="*/ 508000 h 2365828"/>
              <a:gd name="connsiteX5" fmla="*/ 638628 w 1576984"/>
              <a:gd name="connsiteY5" fmla="*/ 0 h 2365828"/>
              <a:gd name="connsiteX6" fmla="*/ 638628 w 1576984"/>
              <a:gd name="connsiteY6" fmla="*/ 0 h 2365828"/>
              <a:gd name="connsiteX7" fmla="*/ 638628 w 1576984"/>
              <a:gd name="connsiteY7" fmla="*/ 0 h 2365828"/>
              <a:gd name="connsiteX0" fmla="*/ 0 w 1576984"/>
              <a:gd name="connsiteY0" fmla="*/ 2365828 h 2365828"/>
              <a:gd name="connsiteX1" fmla="*/ 159657 w 1576984"/>
              <a:gd name="connsiteY1" fmla="*/ 2133600 h 2365828"/>
              <a:gd name="connsiteX2" fmla="*/ 725714 w 1576984"/>
              <a:gd name="connsiteY2" fmla="*/ 2017485 h 2365828"/>
              <a:gd name="connsiteX3" fmla="*/ 1509485 w 1576984"/>
              <a:gd name="connsiteY3" fmla="*/ 1480457 h 2365828"/>
              <a:gd name="connsiteX4" fmla="*/ 1436914 w 1576984"/>
              <a:gd name="connsiteY4" fmla="*/ 508000 h 2365828"/>
              <a:gd name="connsiteX5" fmla="*/ 638628 w 1576984"/>
              <a:gd name="connsiteY5" fmla="*/ 0 h 2365828"/>
              <a:gd name="connsiteX6" fmla="*/ 638628 w 1576984"/>
              <a:gd name="connsiteY6" fmla="*/ 0 h 2365828"/>
              <a:gd name="connsiteX7" fmla="*/ 638628 w 1576984"/>
              <a:gd name="connsiteY7" fmla="*/ 0 h 2365828"/>
              <a:gd name="connsiteX0" fmla="*/ 0 w 1583334"/>
              <a:gd name="connsiteY0" fmla="*/ 2349953 h 2349953"/>
              <a:gd name="connsiteX1" fmla="*/ 166007 w 1583334"/>
              <a:gd name="connsiteY1" fmla="*/ 2133600 h 2349953"/>
              <a:gd name="connsiteX2" fmla="*/ 732064 w 1583334"/>
              <a:gd name="connsiteY2" fmla="*/ 2017485 h 2349953"/>
              <a:gd name="connsiteX3" fmla="*/ 1515835 w 1583334"/>
              <a:gd name="connsiteY3" fmla="*/ 1480457 h 2349953"/>
              <a:gd name="connsiteX4" fmla="*/ 1443264 w 1583334"/>
              <a:gd name="connsiteY4" fmla="*/ 508000 h 2349953"/>
              <a:gd name="connsiteX5" fmla="*/ 644978 w 1583334"/>
              <a:gd name="connsiteY5" fmla="*/ 0 h 2349953"/>
              <a:gd name="connsiteX6" fmla="*/ 644978 w 1583334"/>
              <a:gd name="connsiteY6" fmla="*/ 0 h 2349953"/>
              <a:gd name="connsiteX7" fmla="*/ 644978 w 1583334"/>
              <a:gd name="connsiteY7" fmla="*/ 0 h 2349953"/>
              <a:gd name="connsiteX0" fmla="*/ 0 w 1586509"/>
              <a:gd name="connsiteY0" fmla="*/ 2359478 h 2359478"/>
              <a:gd name="connsiteX1" fmla="*/ 169182 w 1586509"/>
              <a:gd name="connsiteY1" fmla="*/ 2133600 h 2359478"/>
              <a:gd name="connsiteX2" fmla="*/ 735239 w 1586509"/>
              <a:gd name="connsiteY2" fmla="*/ 2017485 h 2359478"/>
              <a:gd name="connsiteX3" fmla="*/ 1519010 w 1586509"/>
              <a:gd name="connsiteY3" fmla="*/ 1480457 h 2359478"/>
              <a:gd name="connsiteX4" fmla="*/ 1446439 w 1586509"/>
              <a:gd name="connsiteY4" fmla="*/ 508000 h 2359478"/>
              <a:gd name="connsiteX5" fmla="*/ 648153 w 1586509"/>
              <a:gd name="connsiteY5" fmla="*/ 0 h 2359478"/>
              <a:gd name="connsiteX6" fmla="*/ 648153 w 1586509"/>
              <a:gd name="connsiteY6" fmla="*/ 0 h 2359478"/>
              <a:gd name="connsiteX7" fmla="*/ 648153 w 1586509"/>
              <a:gd name="connsiteY7" fmla="*/ 0 h 2359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6509" h="2359478">
                <a:moveTo>
                  <a:pt x="0" y="2359478"/>
                </a:moveTo>
                <a:cubicBezTo>
                  <a:pt x="86027" y="2320017"/>
                  <a:pt x="46642" y="2190599"/>
                  <a:pt x="169182" y="2133600"/>
                </a:cubicBezTo>
                <a:cubicBezTo>
                  <a:pt x="291722" y="2076601"/>
                  <a:pt x="510268" y="2126342"/>
                  <a:pt x="735239" y="2017485"/>
                </a:cubicBezTo>
                <a:cubicBezTo>
                  <a:pt x="960210" y="1908628"/>
                  <a:pt x="1400477" y="1732038"/>
                  <a:pt x="1519010" y="1480457"/>
                </a:cubicBezTo>
                <a:cubicBezTo>
                  <a:pt x="1637543" y="1228876"/>
                  <a:pt x="1591582" y="754743"/>
                  <a:pt x="1446439" y="508000"/>
                </a:cubicBezTo>
                <a:cubicBezTo>
                  <a:pt x="1301296" y="261257"/>
                  <a:pt x="648153" y="0"/>
                  <a:pt x="648153" y="0"/>
                </a:cubicBezTo>
                <a:lnTo>
                  <a:pt x="648153" y="0"/>
                </a:lnTo>
                <a:lnTo>
                  <a:pt x="648153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Freeform 23"/>
          <p:cNvSpPr/>
          <p:nvPr/>
        </p:nvSpPr>
        <p:spPr>
          <a:xfrm>
            <a:off x="8149462" y="3553004"/>
            <a:ext cx="52388" cy="240506"/>
          </a:xfrm>
          <a:custGeom>
            <a:avLst/>
            <a:gdLst>
              <a:gd name="connsiteX0" fmla="*/ 0 w 76200"/>
              <a:gd name="connsiteY0" fmla="*/ 285750 h 285750"/>
              <a:gd name="connsiteX1" fmla="*/ 57150 w 76200"/>
              <a:gd name="connsiteY1" fmla="*/ 146050 h 285750"/>
              <a:gd name="connsiteX2" fmla="*/ 76200 w 76200"/>
              <a:gd name="connsiteY2" fmla="*/ 0 h 285750"/>
              <a:gd name="connsiteX0" fmla="*/ 0 w 76200"/>
              <a:gd name="connsiteY0" fmla="*/ 285750 h 285750"/>
              <a:gd name="connsiteX1" fmla="*/ 50006 w 76200"/>
              <a:gd name="connsiteY1" fmla="*/ 146050 h 285750"/>
              <a:gd name="connsiteX2" fmla="*/ 76200 w 76200"/>
              <a:gd name="connsiteY2" fmla="*/ 0 h 285750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2388"/>
              <a:gd name="connsiteY0" fmla="*/ 240506 h 240506"/>
              <a:gd name="connsiteX1" fmla="*/ 26194 w 52388"/>
              <a:gd name="connsiteY1" fmla="*/ 146050 h 240506"/>
              <a:gd name="connsiteX2" fmla="*/ 52388 w 52388"/>
              <a:gd name="connsiteY2" fmla="*/ 0 h 240506"/>
              <a:gd name="connsiteX0" fmla="*/ 0 w 52388"/>
              <a:gd name="connsiteY0" fmla="*/ 240506 h 240506"/>
              <a:gd name="connsiteX1" fmla="*/ 26194 w 52388"/>
              <a:gd name="connsiteY1" fmla="*/ 146050 h 240506"/>
              <a:gd name="connsiteX2" fmla="*/ 52388 w 52388"/>
              <a:gd name="connsiteY2" fmla="*/ 0 h 24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388" h="240506">
                <a:moveTo>
                  <a:pt x="0" y="240506"/>
                </a:moveTo>
                <a:cubicBezTo>
                  <a:pt x="12700" y="189705"/>
                  <a:pt x="17463" y="186134"/>
                  <a:pt x="26194" y="146050"/>
                </a:cubicBezTo>
                <a:cubicBezTo>
                  <a:pt x="34925" y="105966"/>
                  <a:pt x="49213" y="49212"/>
                  <a:pt x="52388" y="0"/>
                </a:cubicBezTo>
              </a:path>
            </a:pathLst>
          </a:custGeom>
          <a:noFill/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5" name="Freeform 24"/>
          <p:cNvSpPr/>
          <p:nvPr/>
        </p:nvSpPr>
        <p:spPr>
          <a:xfrm>
            <a:off x="6034911" y="2777205"/>
            <a:ext cx="168275" cy="134143"/>
          </a:xfrm>
          <a:custGeom>
            <a:avLst/>
            <a:gdLst>
              <a:gd name="connsiteX0" fmla="*/ 0 w 215900"/>
              <a:gd name="connsiteY0" fmla="*/ 165100 h 165100"/>
              <a:gd name="connsiteX1" fmla="*/ 114300 w 215900"/>
              <a:gd name="connsiteY1" fmla="*/ 69850 h 165100"/>
              <a:gd name="connsiteX2" fmla="*/ 215900 w 215900"/>
              <a:gd name="connsiteY2" fmla="*/ 0 h 165100"/>
              <a:gd name="connsiteX0" fmla="*/ 0 w 173038"/>
              <a:gd name="connsiteY0" fmla="*/ 131762 h 131762"/>
              <a:gd name="connsiteX1" fmla="*/ 71438 w 173038"/>
              <a:gd name="connsiteY1" fmla="*/ 69850 h 131762"/>
              <a:gd name="connsiteX2" fmla="*/ 173038 w 173038"/>
              <a:gd name="connsiteY2" fmla="*/ 0 h 131762"/>
              <a:gd name="connsiteX0" fmla="*/ 0 w 168275"/>
              <a:gd name="connsiteY0" fmla="*/ 134143 h 134143"/>
              <a:gd name="connsiteX1" fmla="*/ 71438 w 168275"/>
              <a:gd name="connsiteY1" fmla="*/ 72231 h 134143"/>
              <a:gd name="connsiteX2" fmla="*/ 168275 w 168275"/>
              <a:gd name="connsiteY2" fmla="*/ 0 h 1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75" h="134143">
                <a:moveTo>
                  <a:pt x="0" y="134143"/>
                </a:moveTo>
                <a:cubicBezTo>
                  <a:pt x="39158" y="100276"/>
                  <a:pt x="43392" y="94588"/>
                  <a:pt x="71438" y="72231"/>
                </a:cubicBezTo>
                <a:cubicBezTo>
                  <a:pt x="99484" y="49874"/>
                  <a:pt x="135466" y="21166"/>
                  <a:pt x="168275" y="0"/>
                </a:cubicBezTo>
              </a:path>
            </a:pathLst>
          </a:custGeom>
          <a:noFill/>
          <a:ln w="19050">
            <a:solidFill>
              <a:schemeClr val="tx1">
                <a:lumMod val="85000"/>
                <a:lumOff val="1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6" name="Oval 25"/>
          <p:cNvSpPr/>
          <p:nvPr/>
        </p:nvSpPr>
        <p:spPr>
          <a:xfrm>
            <a:off x="7229756" y="2286000"/>
            <a:ext cx="99060" cy="990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875136" y="4691591"/>
                <a:ext cx="22743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HK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HK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HK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HK" altLang="en-US" sz="26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136" y="4691591"/>
                <a:ext cx="2274326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8211427" y="5636031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/>
              <a:t>?</a:t>
            </a:r>
            <a:endParaRPr lang="zh-HK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58155" y="4855515"/>
                <a:ext cx="133706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HK" altLang="en-US" sz="26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155" y="4855515"/>
                <a:ext cx="1337067" cy="49244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89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</a:rPr>
              <a:t>Independent of path?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Provided </a:t>
            </a:r>
            <a:r>
              <a:rPr lang="en-US" dirty="0">
                <a:solidFill>
                  <a:srgbClr val="FF0000"/>
                </a:solidFill>
              </a:rPr>
              <a:t>analytic</a:t>
            </a:r>
            <a:r>
              <a:rPr lang="en-US" dirty="0"/>
              <a:t> everywhere inside the closed loop.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Prove in two 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Small rectangle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General closed loop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24</a:t>
            </a:fld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5250388" y="2874140"/>
            <a:ext cx="1733624" cy="2432192"/>
          </a:xfrm>
          <a:custGeom>
            <a:avLst/>
            <a:gdLst>
              <a:gd name="connsiteX0" fmla="*/ 1036938 w 1733624"/>
              <a:gd name="connsiteY0" fmla="*/ 2337574 h 2432765"/>
              <a:gd name="connsiteX1" fmla="*/ 833738 w 1733624"/>
              <a:gd name="connsiteY1" fmla="*/ 2395631 h 2432765"/>
              <a:gd name="connsiteX2" fmla="*/ 20938 w 1733624"/>
              <a:gd name="connsiteY2" fmla="*/ 1844089 h 2432765"/>
              <a:gd name="connsiteX3" fmla="*/ 325738 w 1733624"/>
              <a:gd name="connsiteY3" fmla="*/ 784546 h 2432765"/>
              <a:gd name="connsiteX4" fmla="*/ 1240138 w 1733624"/>
              <a:gd name="connsiteY4" fmla="*/ 102374 h 2432765"/>
              <a:gd name="connsiteX5" fmla="*/ 1733624 w 1733624"/>
              <a:gd name="connsiteY5" fmla="*/ 15289 h 2432765"/>
              <a:gd name="connsiteX0" fmla="*/ 1075038 w 1733624"/>
              <a:gd name="connsiteY0" fmla="*/ 2378055 h 2448187"/>
              <a:gd name="connsiteX1" fmla="*/ 833738 w 1733624"/>
              <a:gd name="connsiteY1" fmla="*/ 2395631 h 2448187"/>
              <a:gd name="connsiteX2" fmla="*/ 20938 w 1733624"/>
              <a:gd name="connsiteY2" fmla="*/ 1844089 h 2448187"/>
              <a:gd name="connsiteX3" fmla="*/ 325738 w 1733624"/>
              <a:gd name="connsiteY3" fmla="*/ 784546 h 2448187"/>
              <a:gd name="connsiteX4" fmla="*/ 1240138 w 1733624"/>
              <a:gd name="connsiteY4" fmla="*/ 102374 h 2448187"/>
              <a:gd name="connsiteX5" fmla="*/ 1733624 w 1733624"/>
              <a:gd name="connsiteY5" fmla="*/ 15289 h 2448187"/>
              <a:gd name="connsiteX0" fmla="*/ 1075038 w 1733624"/>
              <a:gd name="connsiteY0" fmla="*/ 2378055 h 2445350"/>
              <a:gd name="connsiteX1" fmla="*/ 833738 w 1733624"/>
              <a:gd name="connsiteY1" fmla="*/ 2395631 h 2445350"/>
              <a:gd name="connsiteX2" fmla="*/ 20938 w 1733624"/>
              <a:gd name="connsiteY2" fmla="*/ 1844089 h 2445350"/>
              <a:gd name="connsiteX3" fmla="*/ 325738 w 1733624"/>
              <a:gd name="connsiteY3" fmla="*/ 784546 h 2445350"/>
              <a:gd name="connsiteX4" fmla="*/ 1240138 w 1733624"/>
              <a:gd name="connsiteY4" fmla="*/ 102374 h 2445350"/>
              <a:gd name="connsiteX5" fmla="*/ 1733624 w 1733624"/>
              <a:gd name="connsiteY5" fmla="*/ 15289 h 2445350"/>
              <a:gd name="connsiteX0" fmla="*/ 1075038 w 1733624"/>
              <a:gd name="connsiteY0" fmla="*/ 2378055 h 2432192"/>
              <a:gd name="connsiteX1" fmla="*/ 833738 w 1733624"/>
              <a:gd name="connsiteY1" fmla="*/ 2395631 h 2432192"/>
              <a:gd name="connsiteX2" fmla="*/ 20938 w 1733624"/>
              <a:gd name="connsiteY2" fmla="*/ 1844089 h 2432192"/>
              <a:gd name="connsiteX3" fmla="*/ 325738 w 1733624"/>
              <a:gd name="connsiteY3" fmla="*/ 784546 h 2432192"/>
              <a:gd name="connsiteX4" fmla="*/ 1240138 w 1733624"/>
              <a:gd name="connsiteY4" fmla="*/ 102374 h 2432192"/>
              <a:gd name="connsiteX5" fmla="*/ 1733624 w 1733624"/>
              <a:gd name="connsiteY5" fmla="*/ 15289 h 243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624" h="2432192">
                <a:moveTo>
                  <a:pt x="1075038" y="2378055"/>
                </a:moveTo>
                <a:cubicBezTo>
                  <a:pt x="1003336" y="2383913"/>
                  <a:pt x="1009421" y="2484625"/>
                  <a:pt x="833738" y="2395631"/>
                </a:cubicBezTo>
                <a:cubicBezTo>
                  <a:pt x="658055" y="2306637"/>
                  <a:pt x="105605" y="2112603"/>
                  <a:pt x="20938" y="1844089"/>
                </a:cubicBezTo>
                <a:cubicBezTo>
                  <a:pt x="-63729" y="1575575"/>
                  <a:pt x="122538" y="1074832"/>
                  <a:pt x="325738" y="784546"/>
                </a:cubicBezTo>
                <a:cubicBezTo>
                  <a:pt x="528938" y="494260"/>
                  <a:pt x="1005490" y="230583"/>
                  <a:pt x="1240138" y="102374"/>
                </a:cubicBezTo>
                <a:cubicBezTo>
                  <a:pt x="1474786" y="-25836"/>
                  <a:pt x="1604205" y="-5274"/>
                  <a:pt x="1733624" y="15289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Freeform 7"/>
          <p:cNvSpPr/>
          <p:nvPr/>
        </p:nvSpPr>
        <p:spPr>
          <a:xfrm>
            <a:off x="6324600" y="2895600"/>
            <a:ext cx="1586509" cy="2359478"/>
          </a:xfrm>
          <a:custGeom>
            <a:avLst/>
            <a:gdLst>
              <a:gd name="connsiteX0" fmla="*/ 0 w 1576984"/>
              <a:gd name="connsiteY0" fmla="*/ 2365828 h 2365828"/>
              <a:gd name="connsiteX1" fmla="*/ 159657 w 1576984"/>
              <a:gd name="connsiteY1" fmla="*/ 2133600 h 2365828"/>
              <a:gd name="connsiteX2" fmla="*/ 725714 w 1576984"/>
              <a:gd name="connsiteY2" fmla="*/ 2017485 h 2365828"/>
              <a:gd name="connsiteX3" fmla="*/ 1509485 w 1576984"/>
              <a:gd name="connsiteY3" fmla="*/ 1480457 h 2365828"/>
              <a:gd name="connsiteX4" fmla="*/ 1436914 w 1576984"/>
              <a:gd name="connsiteY4" fmla="*/ 508000 h 2365828"/>
              <a:gd name="connsiteX5" fmla="*/ 638628 w 1576984"/>
              <a:gd name="connsiteY5" fmla="*/ 0 h 2365828"/>
              <a:gd name="connsiteX6" fmla="*/ 638628 w 1576984"/>
              <a:gd name="connsiteY6" fmla="*/ 0 h 2365828"/>
              <a:gd name="connsiteX7" fmla="*/ 638628 w 1576984"/>
              <a:gd name="connsiteY7" fmla="*/ 0 h 2365828"/>
              <a:gd name="connsiteX0" fmla="*/ 0 w 1576984"/>
              <a:gd name="connsiteY0" fmla="*/ 2365828 h 2365828"/>
              <a:gd name="connsiteX1" fmla="*/ 159657 w 1576984"/>
              <a:gd name="connsiteY1" fmla="*/ 2133600 h 2365828"/>
              <a:gd name="connsiteX2" fmla="*/ 725714 w 1576984"/>
              <a:gd name="connsiteY2" fmla="*/ 2017485 h 2365828"/>
              <a:gd name="connsiteX3" fmla="*/ 1509485 w 1576984"/>
              <a:gd name="connsiteY3" fmla="*/ 1480457 h 2365828"/>
              <a:gd name="connsiteX4" fmla="*/ 1436914 w 1576984"/>
              <a:gd name="connsiteY4" fmla="*/ 508000 h 2365828"/>
              <a:gd name="connsiteX5" fmla="*/ 638628 w 1576984"/>
              <a:gd name="connsiteY5" fmla="*/ 0 h 2365828"/>
              <a:gd name="connsiteX6" fmla="*/ 638628 w 1576984"/>
              <a:gd name="connsiteY6" fmla="*/ 0 h 2365828"/>
              <a:gd name="connsiteX7" fmla="*/ 638628 w 1576984"/>
              <a:gd name="connsiteY7" fmla="*/ 0 h 2365828"/>
              <a:gd name="connsiteX0" fmla="*/ 0 w 1583334"/>
              <a:gd name="connsiteY0" fmla="*/ 2349953 h 2349953"/>
              <a:gd name="connsiteX1" fmla="*/ 166007 w 1583334"/>
              <a:gd name="connsiteY1" fmla="*/ 2133600 h 2349953"/>
              <a:gd name="connsiteX2" fmla="*/ 732064 w 1583334"/>
              <a:gd name="connsiteY2" fmla="*/ 2017485 h 2349953"/>
              <a:gd name="connsiteX3" fmla="*/ 1515835 w 1583334"/>
              <a:gd name="connsiteY3" fmla="*/ 1480457 h 2349953"/>
              <a:gd name="connsiteX4" fmla="*/ 1443264 w 1583334"/>
              <a:gd name="connsiteY4" fmla="*/ 508000 h 2349953"/>
              <a:gd name="connsiteX5" fmla="*/ 644978 w 1583334"/>
              <a:gd name="connsiteY5" fmla="*/ 0 h 2349953"/>
              <a:gd name="connsiteX6" fmla="*/ 644978 w 1583334"/>
              <a:gd name="connsiteY6" fmla="*/ 0 h 2349953"/>
              <a:gd name="connsiteX7" fmla="*/ 644978 w 1583334"/>
              <a:gd name="connsiteY7" fmla="*/ 0 h 2349953"/>
              <a:gd name="connsiteX0" fmla="*/ 0 w 1586509"/>
              <a:gd name="connsiteY0" fmla="*/ 2359478 h 2359478"/>
              <a:gd name="connsiteX1" fmla="*/ 169182 w 1586509"/>
              <a:gd name="connsiteY1" fmla="*/ 2133600 h 2359478"/>
              <a:gd name="connsiteX2" fmla="*/ 735239 w 1586509"/>
              <a:gd name="connsiteY2" fmla="*/ 2017485 h 2359478"/>
              <a:gd name="connsiteX3" fmla="*/ 1519010 w 1586509"/>
              <a:gd name="connsiteY3" fmla="*/ 1480457 h 2359478"/>
              <a:gd name="connsiteX4" fmla="*/ 1446439 w 1586509"/>
              <a:gd name="connsiteY4" fmla="*/ 508000 h 2359478"/>
              <a:gd name="connsiteX5" fmla="*/ 648153 w 1586509"/>
              <a:gd name="connsiteY5" fmla="*/ 0 h 2359478"/>
              <a:gd name="connsiteX6" fmla="*/ 648153 w 1586509"/>
              <a:gd name="connsiteY6" fmla="*/ 0 h 2359478"/>
              <a:gd name="connsiteX7" fmla="*/ 648153 w 1586509"/>
              <a:gd name="connsiteY7" fmla="*/ 0 h 2359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6509" h="2359478">
                <a:moveTo>
                  <a:pt x="0" y="2359478"/>
                </a:moveTo>
                <a:cubicBezTo>
                  <a:pt x="86027" y="2320017"/>
                  <a:pt x="46642" y="2190599"/>
                  <a:pt x="169182" y="2133600"/>
                </a:cubicBezTo>
                <a:cubicBezTo>
                  <a:pt x="291722" y="2076601"/>
                  <a:pt x="510268" y="2126342"/>
                  <a:pt x="735239" y="2017485"/>
                </a:cubicBezTo>
                <a:cubicBezTo>
                  <a:pt x="960210" y="1908628"/>
                  <a:pt x="1400477" y="1732038"/>
                  <a:pt x="1519010" y="1480457"/>
                </a:cubicBezTo>
                <a:cubicBezTo>
                  <a:pt x="1637543" y="1228876"/>
                  <a:pt x="1591582" y="754743"/>
                  <a:pt x="1446439" y="508000"/>
                </a:cubicBezTo>
                <a:cubicBezTo>
                  <a:pt x="1301296" y="261257"/>
                  <a:pt x="648153" y="0"/>
                  <a:pt x="648153" y="0"/>
                </a:cubicBezTo>
                <a:lnTo>
                  <a:pt x="648153" y="0"/>
                </a:lnTo>
                <a:lnTo>
                  <a:pt x="648153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Freeform 8"/>
          <p:cNvSpPr/>
          <p:nvPr/>
        </p:nvSpPr>
        <p:spPr>
          <a:xfrm>
            <a:off x="7854188" y="4117700"/>
            <a:ext cx="52388" cy="240506"/>
          </a:xfrm>
          <a:custGeom>
            <a:avLst/>
            <a:gdLst>
              <a:gd name="connsiteX0" fmla="*/ 0 w 76200"/>
              <a:gd name="connsiteY0" fmla="*/ 285750 h 285750"/>
              <a:gd name="connsiteX1" fmla="*/ 57150 w 76200"/>
              <a:gd name="connsiteY1" fmla="*/ 146050 h 285750"/>
              <a:gd name="connsiteX2" fmla="*/ 76200 w 76200"/>
              <a:gd name="connsiteY2" fmla="*/ 0 h 285750"/>
              <a:gd name="connsiteX0" fmla="*/ 0 w 76200"/>
              <a:gd name="connsiteY0" fmla="*/ 285750 h 285750"/>
              <a:gd name="connsiteX1" fmla="*/ 50006 w 76200"/>
              <a:gd name="connsiteY1" fmla="*/ 146050 h 285750"/>
              <a:gd name="connsiteX2" fmla="*/ 76200 w 76200"/>
              <a:gd name="connsiteY2" fmla="*/ 0 h 285750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7150"/>
              <a:gd name="connsiteY0" fmla="*/ 240506 h 240506"/>
              <a:gd name="connsiteX1" fmla="*/ 30956 w 57150"/>
              <a:gd name="connsiteY1" fmla="*/ 146050 h 240506"/>
              <a:gd name="connsiteX2" fmla="*/ 57150 w 57150"/>
              <a:gd name="connsiteY2" fmla="*/ 0 h 240506"/>
              <a:gd name="connsiteX0" fmla="*/ 0 w 52388"/>
              <a:gd name="connsiteY0" fmla="*/ 240506 h 240506"/>
              <a:gd name="connsiteX1" fmla="*/ 26194 w 52388"/>
              <a:gd name="connsiteY1" fmla="*/ 146050 h 240506"/>
              <a:gd name="connsiteX2" fmla="*/ 52388 w 52388"/>
              <a:gd name="connsiteY2" fmla="*/ 0 h 240506"/>
              <a:gd name="connsiteX0" fmla="*/ 0 w 52388"/>
              <a:gd name="connsiteY0" fmla="*/ 240506 h 240506"/>
              <a:gd name="connsiteX1" fmla="*/ 26194 w 52388"/>
              <a:gd name="connsiteY1" fmla="*/ 146050 h 240506"/>
              <a:gd name="connsiteX2" fmla="*/ 52388 w 52388"/>
              <a:gd name="connsiteY2" fmla="*/ 0 h 24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388" h="240506">
                <a:moveTo>
                  <a:pt x="0" y="240506"/>
                </a:moveTo>
                <a:cubicBezTo>
                  <a:pt x="12700" y="189705"/>
                  <a:pt x="17463" y="186134"/>
                  <a:pt x="26194" y="146050"/>
                </a:cubicBezTo>
                <a:cubicBezTo>
                  <a:pt x="34925" y="105966"/>
                  <a:pt x="49213" y="49212"/>
                  <a:pt x="52388" y="0"/>
                </a:cubicBezTo>
              </a:path>
            </a:pathLst>
          </a:custGeom>
          <a:noFill/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Freeform 9"/>
          <p:cNvSpPr/>
          <p:nvPr/>
        </p:nvSpPr>
        <p:spPr>
          <a:xfrm>
            <a:off x="5739637" y="3341901"/>
            <a:ext cx="168275" cy="134143"/>
          </a:xfrm>
          <a:custGeom>
            <a:avLst/>
            <a:gdLst>
              <a:gd name="connsiteX0" fmla="*/ 0 w 215900"/>
              <a:gd name="connsiteY0" fmla="*/ 165100 h 165100"/>
              <a:gd name="connsiteX1" fmla="*/ 114300 w 215900"/>
              <a:gd name="connsiteY1" fmla="*/ 69850 h 165100"/>
              <a:gd name="connsiteX2" fmla="*/ 215900 w 215900"/>
              <a:gd name="connsiteY2" fmla="*/ 0 h 165100"/>
              <a:gd name="connsiteX0" fmla="*/ 0 w 173038"/>
              <a:gd name="connsiteY0" fmla="*/ 131762 h 131762"/>
              <a:gd name="connsiteX1" fmla="*/ 71438 w 173038"/>
              <a:gd name="connsiteY1" fmla="*/ 69850 h 131762"/>
              <a:gd name="connsiteX2" fmla="*/ 173038 w 173038"/>
              <a:gd name="connsiteY2" fmla="*/ 0 h 131762"/>
              <a:gd name="connsiteX0" fmla="*/ 0 w 168275"/>
              <a:gd name="connsiteY0" fmla="*/ 134143 h 134143"/>
              <a:gd name="connsiteX1" fmla="*/ 71438 w 168275"/>
              <a:gd name="connsiteY1" fmla="*/ 72231 h 134143"/>
              <a:gd name="connsiteX2" fmla="*/ 168275 w 168275"/>
              <a:gd name="connsiteY2" fmla="*/ 0 h 13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75" h="134143">
                <a:moveTo>
                  <a:pt x="0" y="134143"/>
                </a:moveTo>
                <a:cubicBezTo>
                  <a:pt x="39158" y="100276"/>
                  <a:pt x="43392" y="94588"/>
                  <a:pt x="71438" y="72231"/>
                </a:cubicBezTo>
                <a:cubicBezTo>
                  <a:pt x="99484" y="49874"/>
                  <a:pt x="135466" y="21166"/>
                  <a:pt x="168275" y="0"/>
                </a:cubicBezTo>
              </a:path>
            </a:pathLst>
          </a:custGeom>
          <a:noFill/>
          <a:ln w="19050">
            <a:solidFill>
              <a:schemeClr val="tx1">
                <a:lumMod val="85000"/>
                <a:lumOff val="1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762055" y="4540768"/>
                <a:ext cx="59233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6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HK" altLang="en-US" sz="2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055" y="4540768"/>
                <a:ext cx="592338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477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</a:rPr>
              <a:t>What if not analytic?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0" y="1417638"/>
                <a:ext cx="2590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200" dirty="0"/>
                  <a:t>Pole at </a:t>
                </a:r>
                <a14:m>
                  <m:oMath xmlns:m="http://schemas.openxmlformats.org/officeDocument/2006/math">
                    <m:r>
                      <a:rPr lang="en-US" altLang="zh-HK" sz="3200" i="1" dirty="0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altLang="zh-HK" sz="3200" dirty="0"/>
                  <a:t> </a:t>
                </a:r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417638"/>
                <a:ext cx="2590800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5882" t="-12632" b="-35789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72200" y="3600697"/>
                <a:ext cx="2336800" cy="115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supHide m:val="on"/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/>
                      </m:nary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600697"/>
                <a:ext cx="2336800" cy="11573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051575" y="2173988"/>
            <a:ext cx="4719846" cy="3078694"/>
            <a:chOff x="1051575" y="2173988"/>
            <a:chExt cx="4719846" cy="3078694"/>
          </a:xfrm>
        </p:grpSpPr>
        <p:sp>
          <p:nvSpPr>
            <p:cNvPr id="9" name="Freeform 8"/>
            <p:cNvSpPr/>
            <p:nvPr/>
          </p:nvSpPr>
          <p:spPr>
            <a:xfrm>
              <a:off x="1051575" y="2173988"/>
              <a:ext cx="4439957" cy="3078694"/>
            </a:xfrm>
            <a:custGeom>
              <a:avLst/>
              <a:gdLst>
                <a:gd name="connsiteX0" fmla="*/ 4419905 w 4421725"/>
                <a:gd name="connsiteY0" fmla="*/ 1806808 h 3237605"/>
                <a:gd name="connsiteX1" fmla="*/ 3950005 w 4421725"/>
                <a:gd name="connsiteY1" fmla="*/ 549508 h 3237605"/>
                <a:gd name="connsiteX2" fmla="*/ 2565705 w 4421725"/>
                <a:gd name="connsiteY2" fmla="*/ 41508 h 3237605"/>
                <a:gd name="connsiteX3" fmla="*/ 800405 w 4421725"/>
                <a:gd name="connsiteY3" fmla="*/ 193908 h 3237605"/>
                <a:gd name="connsiteX4" fmla="*/ 305 w 4421725"/>
                <a:gd name="connsiteY4" fmla="*/ 1489308 h 3237605"/>
                <a:gd name="connsiteX5" fmla="*/ 876605 w 4421725"/>
                <a:gd name="connsiteY5" fmla="*/ 3140308 h 3237605"/>
                <a:gd name="connsiteX6" fmla="*/ 2083105 w 4421725"/>
                <a:gd name="connsiteY6" fmla="*/ 3000608 h 3237605"/>
                <a:gd name="connsiteX7" fmla="*/ 2375205 w 4421725"/>
                <a:gd name="connsiteY7" fmla="*/ 2632308 h 3237605"/>
                <a:gd name="connsiteX8" fmla="*/ 2959405 w 4421725"/>
                <a:gd name="connsiteY8" fmla="*/ 2479908 h 3237605"/>
                <a:gd name="connsiteX9" fmla="*/ 4064305 w 4421725"/>
                <a:gd name="connsiteY9" fmla="*/ 2340208 h 3237605"/>
                <a:gd name="connsiteX10" fmla="*/ 4419905 w 4421725"/>
                <a:gd name="connsiteY10" fmla="*/ 1806808 h 3237605"/>
                <a:gd name="connsiteX0" fmla="*/ 4419905 w 4422132"/>
                <a:gd name="connsiteY0" fmla="*/ 1806808 h 3237605"/>
                <a:gd name="connsiteX1" fmla="*/ 3950005 w 4422132"/>
                <a:gd name="connsiteY1" fmla="*/ 549508 h 3237605"/>
                <a:gd name="connsiteX2" fmla="*/ 2565705 w 4422132"/>
                <a:gd name="connsiteY2" fmla="*/ 41508 h 3237605"/>
                <a:gd name="connsiteX3" fmla="*/ 800405 w 4422132"/>
                <a:gd name="connsiteY3" fmla="*/ 193908 h 3237605"/>
                <a:gd name="connsiteX4" fmla="*/ 305 w 4422132"/>
                <a:gd name="connsiteY4" fmla="*/ 1489308 h 3237605"/>
                <a:gd name="connsiteX5" fmla="*/ 876605 w 4422132"/>
                <a:gd name="connsiteY5" fmla="*/ 3140308 h 3237605"/>
                <a:gd name="connsiteX6" fmla="*/ 2083105 w 4422132"/>
                <a:gd name="connsiteY6" fmla="*/ 3000608 h 3237605"/>
                <a:gd name="connsiteX7" fmla="*/ 2375205 w 4422132"/>
                <a:gd name="connsiteY7" fmla="*/ 2632308 h 3237605"/>
                <a:gd name="connsiteX8" fmla="*/ 2783193 w 4422132"/>
                <a:gd name="connsiteY8" fmla="*/ 2560871 h 3237605"/>
                <a:gd name="connsiteX9" fmla="*/ 4064305 w 4422132"/>
                <a:gd name="connsiteY9" fmla="*/ 2340208 h 3237605"/>
                <a:gd name="connsiteX10" fmla="*/ 4419905 w 4422132"/>
                <a:gd name="connsiteY10" fmla="*/ 1806808 h 3237605"/>
                <a:gd name="connsiteX0" fmla="*/ 4419905 w 4424731"/>
                <a:gd name="connsiteY0" fmla="*/ 1806808 h 3237605"/>
                <a:gd name="connsiteX1" fmla="*/ 3950005 w 4424731"/>
                <a:gd name="connsiteY1" fmla="*/ 549508 h 3237605"/>
                <a:gd name="connsiteX2" fmla="*/ 2565705 w 4424731"/>
                <a:gd name="connsiteY2" fmla="*/ 41508 h 3237605"/>
                <a:gd name="connsiteX3" fmla="*/ 800405 w 4424731"/>
                <a:gd name="connsiteY3" fmla="*/ 193908 h 3237605"/>
                <a:gd name="connsiteX4" fmla="*/ 305 w 4424731"/>
                <a:gd name="connsiteY4" fmla="*/ 1489308 h 3237605"/>
                <a:gd name="connsiteX5" fmla="*/ 876605 w 4424731"/>
                <a:gd name="connsiteY5" fmla="*/ 3140308 h 3237605"/>
                <a:gd name="connsiteX6" fmla="*/ 2083105 w 4424731"/>
                <a:gd name="connsiteY6" fmla="*/ 3000608 h 3237605"/>
                <a:gd name="connsiteX7" fmla="*/ 2375205 w 4424731"/>
                <a:gd name="connsiteY7" fmla="*/ 2632308 h 3237605"/>
                <a:gd name="connsiteX8" fmla="*/ 2783193 w 4424731"/>
                <a:gd name="connsiteY8" fmla="*/ 2560871 h 3237605"/>
                <a:gd name="connsiteX9" fmla="*/ 3716642 w 4424731"/>
                <a:gd name="connsiteY9" fmla="*/ 2459270 h 3237605"/>
                <a:gd name="connsiteX10" fmla="*/ 4419905 w 4424731"/>
                <a:gd name="connsiteY10" fmla="*/ 1806808 h 3237605"/>
                <a:gd name="connsiteX0" fmla="*/ 4419905 w 4424731"/>
                <a:gd name="connsiteY0" fmla="*/ 1711558 h 3237605"/>
                <a:gd name="connsiteX1" fmla="*/ 3950005 w 4424731"/>
                <a:gd name="connsiteY1" fmla="*/ 549508 h 3237605"/>
                <a:gd name="connsiteX2" fmla="*/ 2565705 w 4424731"/>
                <a:gd name="connsiteY2" fmla="*/ 41508 h 3237605"/>
                <a:gd name="connsiteX3" fmla="*/ 800405 w 4424731"/>
                <a:gd name="connsiteY3" fmla="*/ 193908 h 3237605"/>
                <a:gd name="connsiteX4" fmla="*/ 305 w 4424731"/>
                <a:gd name="connsiteY4" fmla="*/ 1489308 h 3237605"/>
                <a:gd name="connsiteX5" fmla="*/ 876605 w 4424731"/>
                <a:gd name="connsiteY5" fmla="*/ 3140308 h 3237605"/>
                <a:gd name="connsiteX6" fmla="*/ 2083105 w 4424731"/>
                <a:gd name="connsiteY6" fmla="*/ 3000608 h 3237605"/>
                <a:gd name="connsiteX7" fmla="*/ 2375205 w 4424731"/>
                <a:gd name="connsiteY7" fmla="*/ 2632308 h 3237605"/>
                <a:gd name="connsiteX8" fmla="*/ 2783193 w 4424731"/>
                <a:gd name="connsiteY8" fmla="*/ 2560871 h 3237605"/>
                <a:gd name="connsiteX9" fmla="*/ 3716642 w 4424731"/>
                <a:gd name="connsiteY9" fmla="*/ 2459270 h 3237605"/>
                <a:gd name="connsiteX10" fmla="*/ 4419905 w 4424731"/>
                <a:gd name="connsiteY10" fmla="*/ 1711558 h 3237605"/>
                <a:gd name="connsiteX0" fmla="*/ 4420637 w 4425463"/>
                <a:gd name="connsiteY0" fmla="*/ 1685948 h 3211995"/>
                <a:gd name="connsiteX1" fmla="*/ 3950737 w 4425463"/>
                <a:gd name="connsiteY1" fmla="*/ 523898 h 3211995"/>
                <a:gd name="connsiteX2" fmla="*/ 2566437 w 4425463"/>
                <a:gd name="connsiteY2" fmla="*/ 15898 h 3211995"/>
                <a:gd name="connsiteX3" fmla="*/ 743987 w 4425463"/>
                <a:gd name="connsiteY3" fmla="*/ 254023 h 3211995"/>
                <a:gd name="connsiteX4" fmla="*/ 1037 w 4425463"/>
                <a:gd name="connsiteY4" fmla="*/ 1463698 h 3211995"/>
                <a:gd name="connsiteX5" fmla="*/ 877337 w 4425463"/>
                <a:gd name="connsiteY5" fmla="*/ 3114698 h 3211995"/>
                <a:gd name="connsiteX6" fmla="*/ 2083837 w 4425463"/>
                <a:gd name="connsiteY6" fmla="*/ 2974998 h 3211995"/>
                <a:gd name="connsiteX7" fmla="*/ 2375937 w 4425463"/>
                <a:gd name="connsiteY7" fmla="*/ 2606698 h 3211995"/>
                <a:gd name="connsiteX8" fmla="*/ 2783925 w 4425463"/>
                <a:gd name="connsiteY8" fmla="*/ 2535261 h 3211995"/>
                <a:gd name="connsiteX9" fmla="*/ 3717374 w 4425463"/>
                <a:gd name="connsiteY9" fmla="*/ 2433660 h 3211995"/>
                <a:gd name="connsiteX10" fmla="*/ 4420637 w 4425463"/>
                <a:gd name="connsiteY10" fmla="*/ 1685948 h 3211995"/>
                <a:gd name="connsiteX0" fmla="*/ 4429528 w 4434354"/>
                <a:gd name="connsiteY0" fmla="*/ 1685948 h 3134836"/>
                <a:gd name="connsiteX1" fmla="*/ 3959628 w 4434354"/>
                <a:gd name="connsiteY1" fmla="*/ 523898 h 3134836"/>
                <a:gd name="connsiteX2" fmla="*/ 2575328 w 4434354"/>
                <a:gd name="connsiteY2" fmla="*/ 15898 h 3134836"/>
                <a:gd name="connsiteX3" fmla="*/ 752878 w 4434354"/>
                <a:gd name="connsiteY3" fmla="*/ 254023 h 3134836"/>
                <a:gd name="connsiteX4" fmla="*/ 9928 w 4434354"/>
                <a:gd name="connsiteY4" fmla="*/ 1463698 h 3134836"/>
                <a:gd name="connsiteX5" fmla="*/ 362047 w 4434354"/>
                <a:gd name="connsiteY5" fmla="*/ 2560428 h 3134836"/>
                <a:gd name="connsiteX6" fmla="*/ 886228 w 4434354"/>
                <a:gd name="connsiteY6" fmla="*/ 3114698 h 3134836"/>
                <a:gd name="connsiteX7" fmla="*/ 2092728 w 4434354"/>
                <a:gd name="connsiteY7" fmla="*/ 2974998 h 3134836"/>
                <a:gd name="connsiteX8" fmla="*/ 2384828 w 4434354"/>
                <a:gd name="connsiteY8" fmla="*/ 2606698 h 3134836"/>
                <a:gd name="connsiteX9" fmla="*/ 2792816 w 4434354"/>
                <a:gd name="connsiteY9" fmla="*/ 2535261 h 3134836"/>
                <a:gd name="connsiteX10" fmla="*/ 3726265 w 4434354"/>
                <a:gd name="connsiteY10" fmla="*/ 2433660 h 3134836"/>
                <a:gd name="connsiteX11" fmla="*/ 4429528 w 4434354"/>
                <a:gd name="connsiteY11" fmla="*/ 1685948 h 3134836"/>
                <a:gd name="connsiteX0" fmla="*/ 4428637 w 4433463"/>
                <a:gd name="connsiteY0" fmla="*/ 1685948 h 3134836"/>
                <a:gd name="connsiteX1" fmla="*/ 3958737 w 4433463"/>
                <a:gd name="connsiteY1" fmla="*/ 523898 h 3134836"/>
                <a:gd name="connsiteX2" fmla="*/ 2574437 w 4433463"/>
                <a:gd name="connsiteY2" fmla="*/ 15898 h 3134836"/>
                <a:gd name="connsiteX3" fmla="*/ 751987 w 4433463"/>
                <a:gd name="connsiteY3" fmla="*/ 254023 h 3134836"/>
                <a:gd name="connsiteX4" fmla="*/ 9037 w 4433463"/>
                <a:gd name="connsiteY4" fmla="*/ 1463698 h 3134836"/>
                <a:gd name="connsiteX5" fmla="*/ 361156 w 4433463"/>
                <a:gd name="connsiteY5" fmla="*/ 2560428 h 3134836"/>
                <a:gd name="connsiteX6" fmla="*/ 885337 w 4433463"/>
                <a:gd name="connsiteY6" fmla="*/ 3114698 h 3134836"/>
                <a:gd name="connsiteX7" fmla="*/ 2091837 w 4433463"/>
                <a:gd name="connsiteY7" fmla="*/ 2974998 h 3134836"/>
                <a:gd name="connsiteX8" fmla="*/ 2383937 w 4433463"/>
                <a:gd name="connsiteY8" fmla="*/ 2606698 h 3134836"/>
                <a:gd name="connsiteX9" fmla="*/ 2791925 w 4433463"/>
                <a:gd name="connsiteY9" fmla="*/ 2535261 h 3134836"/>
                <a:gd name="connsiteX10" fmla="*/ 3725374 w 4433463"/>
                <a:gd name="connsiteY10" fmla="*/ 2433660 h 3134836"/>
                <a:gd name="connsiteX11" fmla="*/ 4428637 w 4433463"/>
                <a:gd name="connsiteY11" fmla="*/ 1685948 h 3134836"/>
                <a:gd name="connsiteX0" fmla="*/ 4431373 w 4436199"/>
                <a:gd name="connsiteY0" fmla="*/ 1685948 h 3130299"/>
                <a:gd name="connsiteX1" fmla="*/ 3961473 w 4436199"/>
                <a:gd name="connsiteY1" fmla="*/ 523898 h 3130299"/>
                <a:gd name="connsiteX2" fmla="*/ 2577173 w 4436199"/>
                <a:gd name="connsiteY2" fmla="*/ 15898 h 3130299"/>
                <a:gd name="connsiteX3" fmla="*/ 754723 w 4436199"/>
                <a:gd name="connsiteY3" fmla="*/ 254023 h 3130299"/>
                <a:gd name="connsiteX4" fmla="*/ 11773 w 4436199"/>
                <a:gd name="connsiteY4" fmla="*/ 1463698 h 3130299"/>
                <a:gd name="connsiteX5" fmla="*/ 325792 w 4436199"/>
                <a:gd name="connsiteY5" fmla="*/ 2631866 h 3130299"/>
                <a:gd name="connsiteX6" fmla="*/ 888073 w 4436199"/>
                <a:gd name="connsiteY6" fmla="*/ 3114698 h 3130299"/>
                <a:gd name="connsiteX7" fmla="*/ 2094573 w 4436199"/>
                <a:gd name="connsiteY7" fmla="*/ 2974998 h 3130299"/>
                <a:gd name="connsiteX8" fmla="*/ 2386673 w 4436199"/>
                <a:gd name="connsiteY8" fmla="*/ 2606698 h 3130299"/>
                <a:gd name="connsiteX9" fmla="*/ 2794661 w 4436199"/>
                <a:gd name="connsiteY9" fmla="*/ 2535261 h 3130299"/>
                <a:gd name="connsiteX10" fmla="*/ 3728110 w 4436199"/>
                <a:gd name="connsiteY10" fmla="*/ 2433660 h 3130299"/>
                <a:gd name="connsiteX11" fmla="*/ 4431373 w 4436199"/>
                <a:gd name="connsiteY11" fmla="*/ 1685948 h 3130299"/>
                <a:gd name="connsiteX0" fmla="*/ 4431373 w 4436199"/>
                <a:gd name="connsiteY0" fmla="*/ 1685948 h 3095924"/>
                <a:gd name="connsiteX1" fmla="*/ 3961473 w 4436199"/>
                <a:gd name="connsiteY1" fmla="*/ 523898 h 3095924"/>
                <a:gd name="connsiteX2" fmla="*/ 2577173 w 4436199"/>
                <a:gd name="connsiteY2" fmla="*/ 15898 h 3095924"/>
                <a:gd name="connsiteX3" fmla="*/ 754723 w 4436199"/>
                <a:gd name="connsiteY3" fmla="*/ 254023 h 3095924"/>
                <a:gd name="connsiteX4" fmla="*/ 11773 w 4436199"/>
                <a:gd name="connsiteY4" fmla="*/ 1463698 h 3095924"/>
                <a:gd name="connsiteX5" fmla="*/ 325792 w 4436199"/>
                <a:gd name="connsiteY5" fmla="*/ 2631866 h 3095924"/>
                <a:gd name="connsiteX6" fmla="*/ 1192873 w 4436199"/>
                <a:gd name="connsiteY6" fmla="*/ 3076598 h 3095924"/>
                <a:gd name="connsiteX7" fmla="*/ 2094573 w 4436199"/>
                <a:gd name="connsiteY7" fmla="*/ 2974998 h 3095924"/>
                <a:gd name="connsiteX8" fmla="*/ 2386673 w 4436199"/>
                <a:gd name="connsiteY8" fmla="*/ 2606698 h 3095924"/>
                <a:gd name="connsiteX9" fmla="*/ 2794661 w 4436199"/>
                <a:gd name="connsiteY9" fmla="*/ 2535261 h 3095924"/>
                <a:gd name="connsiteX10" fmla="*/ 3728110 w 4436199"/>
                <a:gd name="connsiteY10" fmla="*/ 2433660 h 3095924"/>
                <a:gd name="connsiteX11" fmla="*/ 4431373 w 4436199"/>
                <a:gd name="connsiteY11" fmla="*/ 1685948 h 3095924"/>
                <a:gd name="connsiteX0" fmla="*/ 4429266 w 4434092"/>
                <a:gd name="connsiteY0" fmla="*/ 1685948 h 3096580"/>
                <a:gd name="connsiteX1" fmla="*/ 3959366 w 4434092"/>
                <a:gd name="connsiteY1" fmla="*/ 523898 h 3096580"/>
                <a:gd name="connsiteX2" fmla="*/ 2575066 w 4434092"/>
                <a:gd name="connsiteY2" fmla="*/ 15898 h 3096580"/>
                <a:gd name="connsiteX3" fmla="*/ 752616 w 4434092"/>
                <a:gd name="connsiteY3" fmla="*/ 254023 h 3096580"/>
                <a:gd name="connsiteX4" fmla="*/ 9666 w 4434092"/>
                <a:gd name="connsiteY4" fmla="*/ 1463698 h 3096580"/>
                <a:gd name="connsiteX5" fmla="*/ 352260 w 4434092"/>
                <a:gd name="connsiteY5" fmla="*/ 2622341 h 3096580"/>
                <a:gd name="connsiteX6" fmla="*/ 1190766 w 4434092"/>
                <a:gd name="connsiteY6" fmla="*/ 3076598 h 3096580"/>
                <a:gd name="connsiteX7" fmla="*/ 2092466 w 4434092"/>
                <a:gd name="connsiteY7" fmla="*/ 2974998 h 3096580"/>
                <a:gd name="connsiteX8" fmla="*/ 2384566 w 4434092"/>
                <a:gd name="connsiteY8" fmla="*/ 2606698 h 3096580"/>
                <a:gd name="connsiteX9" fmla="*/ 2792554 w 4434092"/>
                <a:gd name="connsiteY9" fmla="*/ 2535261 h 3096580"/>
                <a:gd name="connsiteX10" fmla="*/ 3726003 w 4434092"/>
                <a:gd name="connsiteY10" fmla="*/ 2433660 h 3096580"/>
                <a:gd name="connsiteX11" fmla="*/ 4429266 w 4434092"/>
                <a:gd name="connsiteY11" fmla="*/ 1685948 h 3096580"/>
                <a:gd name="connsiteX0" fmla="*/ 4429266 w 4434092"/>
                <a:gd name="connsiteY0" fmla="*/ 1685948 h 3096580"/>
                <a:gd name="connsiteX1" fmla="*/ 3959366 w 4434092"/>
                <a:gd name="connsiteY1" fmla="*/ 523898 h 3096580"/>
                <a:gd name="connsiteX2" fmla="*/ 2575066 w 4434092"/>
                <a:gd name="connsiteY2" fmla="*/ 15898 h 3096580"/>
                <a:gd name="connsiteX3" fmla="*/ 752616 w 4434092"/>
                <a:gd name="connsiteY3" fmla="*/ 254023 h 3096580"/>
                <a:gd name="connsiteX4" fmla="*/ 9666 w 4434092"/>
                <a:gd name="connsiteY4" fmla="*/ 1463698 h 3096580"/>
                <a:gd name="connsiteX5" fmla="*/ 352260 w 4434092"/>
                <a:gd name="connsiteY5" fmla="*/ 2622341 h 3096580"/>
                <a:gd name="connsiteX6" fmla="*/ 1190766 w 4434092"/>
                <a:gd name="connsiteY6" fmla="*/ 3076598 h 3096580"/>
                <a:gd name="connsiteX7" fmla="*/ 2092466 w 4434092"/>
                <a:gd name="connsiteY7" fmla="*/ 2974998 h 3096580"/>
                <a:gd name="connsiteX8" fmla="*/ 2384566 w 4434092"/>
                <a:gd name="connsiteY8" fmla="*/ 2606698 h 3096580"/>
                <a:gd name="connsiteX9" fmla="*/ 2792554 w 4434092"/>
                <a:gd name="connsiteY9" fmla="*/ 2535261 h 3096580"/>
                <a:gd name="connsiteX10" fmla="*/ 3726003 w 4434092"/>
                <a:gd name="connsiteY10" fmla="*/ 2433660 h 3096580"/>
                <a:gd name="connsiteX11" fmla="*/ 4429266 w 4434092"/>
                <a:gd name="connsiteY11" fmla="*/ 1685948 h 3096580"/>
                <a:gd name="connsiteX0" fmla="*/ 4419803 w 4424629"/>
                <a:gd name="connsiteY0" fmla="*/ 1685948 h 3096580"/>
                <a:gd name="connsiteX1" fmla="*/ 3949903 w 4424629"/>
                <a:gd name="connsiteY1" fmla="*/ 523898 h 3096580"/>
                <a:gd name="connsiteX2" fmla="*/ 2565603 w 4424629"/>
                <a:gd name="connsiteY2" fmla="*/ 15898 h 3096580"/>
                <a:gd name="connsiteX3" fmla="*/ 743153 w 4424629"/>
                <a:gd name="connsiteY3" fmla="*/ 254023 h 3096580"/>
                <a:gd name="connsiteX4" fmla="*/ 203 w 4424629"/>
                <a:gd name="connsiteY4" fmla="*/ 1463698 h 3096580"/>
                <a:gd name="connsiteX5" fmla="*/ 342797 w 4424629"/>
                <a:gd name="connsiteY5" fmla="*/ 2622341 h 3096580"/>
                <a:gd name="connsiteX6" fmla="*/ 1181303 w 4424629"/>
                <a:gd name="connsiteY6" fmla="*/ 3076598 h 3096580"/>
                <a:gd name="connsiteX7" fmla="*/ 2083003 w 4424629"/>
                <a:gd name="connsiteY7" fmla="*/ 2974998 h 3096580"/>
                <a:gd name="connsiteX8" fmla="*/ 2375103 w 4424629"/>
                <a:gd name="connsiteY8" fmla="*/ 2606698 h 3096580"/>
                <a:gd name="connsiteX9" fmla="*/ 2783091 w 4424629"/>
                <a:gd name="connsiteY9" fmla="*/ 2535261 h 3096580"/>
                <a:gd name="connsiteX10" fmla="*/ 3716540 w 4424629"/>
                <a:gd name="connsiteY10" fmla="*/ 2433660 h 3096580"/>
                <a:gd name="connsiteX11" fmla="*/ 4419803 w 4424629"/>
                <a:gd name="connsiteY11" fmla="*/ 1685948 h 3096580"/>
                <a:gd name="connsiteX0" fmla="*/ 4432158 w 4436984"/>
                <a:gd name="connsiteY0" fmla="*/ 1685948 h 3095596"/>
                <a:gd name="connsiteX1" fmla="*/ 3962258 w 4436984"/>
                <a:gd name="connsiteY1" fmla="*/ 523898 h 3095596"/>
                <a:gd name="connsiteX2" fmla="*/ 2577958 w 4436984"/>
                <a:gd name="connsiteY2" fmla="*/ 15898 h 3095596"/>
                <a:gd name="connsiteX3" fmla="*/ 755508 w 4436984"/>
                <a:gd name="connsiteY3" fmla="*/ 254023 h 3095596"/>
                <a:gd name="connsiteX4" fmla="*/ 12558 w 4436984"/>
                <a:gd name="connsiteY4" fmla="*/ 1463698 h 3095596"/>
                <a:gd name="connsiteX5" fmla="*/ 317052 w 4436984"/>
                <a:gd name="connsiteY5" fmla="*/ 2636629 h 3095596"/>
                <a:gd name="connsiteX6" fmla="*/ 1193658 w 4436984"/>
                <a:gd name="connsiteY6" fmla="*/ 3076598 h 3095596"/>
                <a:gd name="connsiteX7" fmla="*/ 2095358 w 4436984"/>
                <a:gd name="connsiteY7" fmla="*/ 2974998 h 3095596"/>
                <a:gd name="connsiteX8" fmla="*/ 2387458 w 4436984"/>
                <a:gd name="connsiteY8" fmla="*/ 2606698 h 3095596"/>
                <a:gd name="connsiteX9" fmla="*/ 2795446 w 4436984"/>
                <a:gd name="connsiteY9" fmla="*/ 2535261 h 3095596"/>
                <a:gd name="connsiteX10" fmla="*/ 3728895 w 4436984"/>
                <a:gd name="connsiteY10" fmla="*/ 2433660 h 3095596"/>
                <a:gd name="connsiteX11" fmla="*/ 4432158 w 4436984"/>
                <a:gd name="connsiteY11" fmla="*/ 1685948 h 3095596"/>
                <a:gd name="connsiteX0" fmla="*/ 4440132 w 4444958"/>
                <a:gd name="connsiteY0" fmla="*/ 1685948 h 3095596"/>
                <a:gd name="connsiteX1" fmla="*/ 3970232 w 4444958"/>
                <a:gd name="connsiteY1" fmla="*/ 523898 h 3095596"/>
                <a:gd name="connsiteX2" fmla="*/ 2585932 w 4444958"/>
                <a:gd name="connsiteY2" fmla="*/ 15898 h 3095596"/>
                <a:gd name="connsiteX3" fmla="*/ 763482 w 4444958"/>
                <a:gd name="connsiteY3" fmla="*/ 254023 h 3095596"/>
                <a:gd name="connsiteX4" fmla="*/ 20532 w 4444958"/>
                <a:gd name="connsiteY4" fmla="*/ 1463698 h 3095596"/>
                <a:gd name="connsiteX5" fmla="*/ 325026 w 4444958"/>
                <a:gd name="connsiteY5" fmla="*/ 2636629 h 3095596"/>
                <a:gd name="connsiteX6" fmla="*/ 1201632 w 4444958"/>
                <a:gd name="connsiteY6" fmla="*/ 3076598 h 3095596"/>
                <a:gd name="connsiteX7" fmla="*/ 2103332 w 4444958"/>
                <a:gd name="connsiteY7" fmla="*/ 2974998 h 3095596"/>
                <a:gd name="connsiteX8" fmla="*/ 2395432 w 4444958"/>
                <a:gd name="connsiteY8" fmla="*/ 2606698 h 3095596"/>
                <a:gd name="connsiteX9" fmla="*/ 2803420 w 4444958"/>
                <a:gd name="connsiteY9" fmla="*/ 2535261 h 3095596"/>
                <a:gd name="connsiteX10" fmla="*/ 3736869 w 4444958"/>
                <a:gd name="connsiteY10" fmla="*/ 2433660 h 3095596"/>
                <a:gd name="connsiteX11" fmla="*/ 4440132 w 4444958"/>
                <a:gd name="connsiteY11" fmla="*/ 1685948 h 3095596"/>
                <a:gd name="connsiteX0" fmla="*/ 4440132 w 4444958"/>
                <a:gd name="connsiteY0" fmla="*/ 1685948 h 3095596"/>
                <a:gd name="connsiteX1" fmla="*/ 3970232 w 4444958"/>
                <a:gd name="connsiteY1" fmla="*/ 523898 h 3095596"/>
                <a:gd name="connsiteX2" fmla="*/ 2585932 w 4444958"/>
                <a:gd name="connsiteY2" fmla="*/ 15898 h 3095596"/>
                <a:gd name="connsiteX3" fmla="*/ 763482 w 4444958"/>
                <a:gd name="connsiteY3" fmla="*/ 254023 h 3095596"/>
                <a:gd name="connsiteX4" fmla="*/ 20532 w 4444958"/>
                <a:gd name="connsiteY4" fmla="*/ 1463698 h 3095596"/>
                <a:gd name="connsiteX5" fmla="*/ 325026 w 4444958"/>
                <a:gd name="connsiteY5" fmla="*/ 2636629 h 3095596"/>
                <a:gd name="connsiteX6" fmla="*/ 1201632 w 4444958"/>
                <a:gd name="connsiteY6" fmla="*/ 3076598 h 3095596"/>
                <a:gd name="connsiteX7" fmla="*/ 2103332 w 4444958"/>
                <a:gd name="connsiteY7" fmla="*/ 2974998 h 3095596"/>
                <a:gd name="connsiteX8" fmla="*/ 2395432 w 4444958"/>
                <a:gd name="connsiteY8" fmla="*/ 2606698 h 3095596"/>
                <a:gd name="connsiteX9" fmla="*/ 2803420 w 4444958"/>
                <a:gd name="connsiteY9" fmla="*/ 2535261 h 3095596"/>
                <a:gd name="connsiteX10" fmla="*/ 3736869 w 4444958"/>
                <a:gd name="connsiteY10" fmla="*/ 2433660 h 3095596"/>
                <a:gd name="connsiteX11" fmla="*/ 4440132 w 4444958"/>
                <a:gd name="connsiteY11" fmla="*/ 1685948 h 3095596"/>
                <a:gd name="connsiteX0" fmla="*/ 4435476 w 4440302"/>
                <a:gd name="connsiteY0" fmla="*/ 1685028 h 3094676"/>
                <a:gd name="connsiteX1" fmla="*/ 3965576 w 4440302"/>
                <a:gd name="connsiteY1" fmla="*/ 522978 h 3094676"/>
                <a:gd name="connsiteX2" fmla="*/ 2581276 w 4440302"/>
                <a:gd name="connsiteY2" fmla="*/ 14978 h 3094676"/>
                <a:gd name="connsiteX3" fmla="*/ 682626 w 4440302"/>
                <a:gd name="connsiteY3" fmla="*/ 257866 h 3094676"/>
                <a:gd name="connsiteX4" fmla="*/ 15876 w 4440302"/>
                <a:gd name="connsiteY4" fmla="*/ 1462778 h 3094676"/>
                <a:gd name="connsiteX5" fmla="*/ 320370 w 4440302"/>
                <a:gd name="connsiteY5" fmla="*/ 2635709 h 3094676"/>
                <a:gd name="connsiteX6" fmla="*/ 1196976 w 4440302"/>
                <a:gd name="connsiteY6" fmla="*/ 3075678 h 3094676"/>
                <a:gd name="connsiteX7" fmla="*/ 2098676 w 4440302"/>
                <a:gd name="connsiteY7" fmla="*/ 2974078 h 3094676"/>
                <a:gd name="connsiteX8" fmla="*/ 2390776 w 4440302"/>
                <a:gd name="connsiteY8" fmla="*/ 2605778 h 3094676"/>
                <a:gd name="connsiteX9" fmla="*/ 2798764 w 4440302"/>
                <a:gd name="connsiteY9" fmla="*/ 2534341 h 3094676"/>
                <a:gd name="connsiteX10" fmla="*/ 3732213 w 4440302"/>
                <a:gd name="connsiteY10" fmla="*/ 2432740 h 3094676"/>
                <a:gd name="connsiteX11" fmla="*/ 4435476 w 4440302"/>
                <a:gd name="connsiteY11" fmla="*/ 1685028 h 3094676"/>
                <a:gd name="connsiteX0" fmla="*/ 4435476 w 4440302"/>
                <a:gd name="connsiteY0" fmla="*/ 1685028 h 3095696"/>
                <a:gd name="connsiteX1" fmla="*/ 3965576 w 4440302"/>
                <a:gd name="connsiteY1" fmla="*/ 522978 h 3095696"/>
                <a:gd name="connsiteX2" fmla="*/ 2581276 w 4440302"/>
                <a:gd name="connsiteY2" fmla="*/ 14978 h 3095696"/>
                <a:gd name="connsiteX3" fmla="*/ 682626 w 4440302"/>
                <a:gd name="connsiteY3" fmla="*/ 257866 h 3095696"/>
                <a:gd name="connsiteX4" fmla="*/ 15876 w 4440302"/>
                <a:gd name="connsiteY4" fmla="*/ 1462778 h 3095696"/>
                <a:gd name="connsiteX5" fmla="*/ 320370 w 4440302"/>
                <a:gd name="connsiteY5" fmla="*/ 2635709 h 3095696"/>
                <a:gd name="connsiteX6" fmla="*/ 1196976 w 4440302"/>
                <a:gd name="connsiteY6" fmla="*/ 3075678 h 3095696"/>
                <a:gd name="connsiteX7" fmla="*/ 2070101 w 4440302"/>
                <a:gd name="connsiteY7" fmla="*/ 2978840 h 3095696"/>
                <a:gd name="connsiteX8" fmla="*/ 2390776 w 4440302"/>
                <a:gd name="connsiteY8" fmla="*/ 2605778 h 3095696"/>
                <a:gd name="connsiteX9" fmla="*/ 2798764 w 4440302"/>
                <a:gd name="connsiteY9" fmla="*/ 2534341 h 3095696"/>
                <a:gd name="connsiteX10" fmla="*/ 3732213 w 4440302"/>
                <a:gd name="connsiteY10" fmla="*/ 2432740 h 3095696"/>
                <a:gd name="connsiteX11" fmla="*/ 4435476 w 4440302"/>
                <a:gd name="connsiteY11" fmla="*/ 1685028 h 3095696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98764 w 4440302"/>
                <a:gd name="connsiteY9" fmla="*/ 2534341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4664"/>
                <a:gd name="connsiteX1" fmla="*/ 3965576 w 4440302"/>
                <a:gd name="connsiteY1" fmla="*/ 522978 h 3094664"/>
                <a:gd name="connsiteX2" fmla="*/ 2581276 w 4440302"/>
                <a:gd name="connsiteY2" fmla="*/ 14978 h 3094664"/>
                <a:gd name="connsiteX3" fmla="*/ 682626 w 4440302"/>
                <a:gd name="connsiteY3" fmla="*/ 257866 h 3094664"/>
                <a:gd name="connsiteX4" fmla="*/ 15876 w 4440302"/>
                <a:gd name="connsiteY4" fmla="*/ 1462778 h 3094664"/>
                <a:gd name="connsiteX5" fmla="*/ 320370 w 4440302"/>
                <a:gd name="connsiteY5" fmla="*/ 2635709 h 3094664"/>
                <a:gd name="connsiteX6" fmla="*/ 1196976 w 4440302"/>
                <a:gd name="connsiteY6" fmla="*/ 3075678 h 3094664"/>
                <a:gd name="connsiteX7" fmla="*/ 2070101 w 4440302"/>
                <a:gd name="connsiteY7" fmla="*/ 2978840 h 3094664"/>
                <a:gd name="connsiteX8" fmla="*/ 2343151 w 4440302"/>
                <a:gd name="connsiteY8" fmla="*/ 2653403 h 3094664"/>
                <a:gd name="connsiteX9" fmla="*/ 2765427 w 4440302"/>
                <a:gd name="connsiteY9" fmla="*/ 2586729 h 3094664"/>
                <a:gd name="connsiteX10" fmla="*/ 3732213 w 4440302"/>
                <a:gd name="connsiteY10" fmla="*/ 2432740 h 3094664"/>
                <a:gd name="connsiteX11" fmla="*/ 4435476 w 4440302"/>
                <a:gd name="connsiteY11" fmla="*/ 1685028 h 3094664"/>
                <a:gd name="connsiteX0" fmla="*/ 4435476 w 4440302"/>
                <a:gd name="connsiteY0" fmla="*/ 1685028 h 3094664"/>
                <a:gd name="connsiteX1" fmla="*/ 3965576 w 4440302"/>
                <a:gd name="connsiteY1" fmla="*/ 522978 h 3094664"/>
                <a:gd name="connsiteX2" fmla="*/ 2581276 w 4440302"/>
                <a:gd name="connsiteY2" fmla="*/ 14978 h 3094664"/>
                <a:gd name="connsiteX3" fmla="*/ 682626 w 4440302"/>
                <a:gd name="connsiteY3" fmla="*/ 257866 h 3094664"/>
                <a:gd name="connsiteX4" fmla="*/ 15876 w 4440302"/>
                <a:gd name="connsiteY4" fmla="*/ 1462778 h 3094664"/>
                <a:gd name="connsiteX5" fmla="*/ 320370 w 4440302"/>
                <a:gd name="connsiteY5" fmla="*/ 2635709 h 3094664"/>
                <a:gd name="connsiteX6" fmla="*/ 1196976 w 4440302"/>
                <a:gd name="connsiteY6" fmla="*/ 3075678 h 3094664"/>
                <a:gd name="connsiteX7" fmla="*/ 2070101 w 4440302"/>
                <a:gd name="connsiteY7" fmla="*/ 2978840 h 3094664"/>
                <a:gd name="connsiteX8" fmla="*/ 2343151 w 4440302"/>
                <a:gd name="connsiteY8" fmla="*/ 2653403 h 3094664"/>
                <a:gd name="connsiteX9" fmla="*/ 2765427 w 4440302"/>
                <a:gd name="connsiteY9" fmla="*/ 2586729 h 3094664"/>
                <a:gd name="connsiteX10" fmla="*/ 3732213 w 4440302"/>
                <a:gd name="connsiteY10" fmla="*/ 2432740 h 3094664"/>
                <a:gd name="connsiteX11" fmla="*/ 4435476 w 4440302"/>
                <a:gd name="connsiteY11" fmla="*/ 1685028 h 3094664"/>
                <a:gd name="connsiteX0" fmla="*/ 4437780 w 4442606"/>
                <a:gd name="connsiteY0" fmla="*/ 1672931 h 3082567"/>
                <a:gd name="connsiteX1" fmla="*/ 3967880 w 4442606"/>
                <a:gd name="connsiteY1" fmla="*/ 510881 h 3082567"/>
                <a:gd name="connsiteX2" fmla="*/ 2583580 w 4442606"/>
                <a:gd name="connsiteY2" fmla="*/ 2881 h 3082567"/>
                <a:gd name="connsiteX3" fmla="*/ 723030 w 4442606"/>
                <a:gd name="connsiteY3" fmla="*/ 360069 h 3082567"/>
                <a:gd name="connsiteX4" fmla="*/ 18180 w 4442606"/>
                <a:gd name="connsiteY4" fmla="*/ 1450681 h 3082567"/>
                <a:gd name="connsiteX5" fmla="*/ 322674 w 4442606"/>
                <a:gd name="connsiteY5" fmla="*/ 2623612 h 3082567"/>
                <a:gd name="connsiteX6" fmla="*/ 1199280 w 4442606"/>
                <a:gd name="connsiteY6" fmla="*/ 3063581 h 3082567"/>
                <a:gd name="connsiteX7" fmla="*/ 2072405 w 4442606"/>
                <a:gd name="connsiteY7" fmla="*/ 2966743 h 3082567"/>
                <a:gd name="connsiteX8" fmla="*/ 2345455 w 4442606"/>
                <a:gd name="connsiteY8" fmla="*/ 2641306 h 3082567"/>
                <a:gd name="connsiteX9" fmla="*/ 2767731 w 4442606"/>
                <a:gd name="connsiteY9" fmla="*/ 2574632 h 3082567"/>
                <a:gd name="connsiteX10" fmla="*/ 3734517 w 4442606"/>
                <a:gd name="connsiteY10" fmla="*/ 2420643 h 3082567"/>
                <a:gd name="connsiteX11" fmla="*/ 4437780 w 4442606"/>
                <a:gd name="connsiteY11" fmla="*/ 1672931 h 3082567"/>
                <a:gd name="connsiteX0" fmla="*/ 4432672 w 4437498"/>
                <a:gd name="connsiteY0" fmla="*/ 1670166 h 3079802"/>
                <a:gd name="connsiteX1" fmla="*/ 3962772 w 4437498"/>
                <a:gd name="connsiteY1" fmla="*/ 508116 h 3079802"/>
                <a:gd name="connsiteX2" fmla="*/ 2578472 w 4437498"/>
                <a:gd name="connsiteY2" fmla="*/ 116 h 3079802"/>
                <a:gd name="connsiteX3" fmla="*/ 632197 w 4437498"/>
                <a:gd name="connsiteY3" fmla="*/ 471604 h 3079802"/>
                <a:gd name="connsiteX4" fmla="*/ 13072 w 4437498"/>
                <a:gd name="connsiteY4" fmla="*/ 1447916 h 3079802"/>
                <a:gd name="connsiteX5" fmla="*/ 317566 w 4437498"/>
                <a:gd name="connsiteY5" fmla="*/ 2620847 h 3079802"/>
                <a:gd name="connsiteX6" fmla="*/ 1194172 w 4437498"/>
                <a:gd name="connsiteY6" fmla="*/ 3060816 h 3079802"/>
                <a:gd name="connsiteX7" fmla="*/ 2067297 w 4437498"/>
                <a:gd name="connsiteY7" fmla="*/ 2963978 h 3079802"/>
                <a:gd name="connsiteX8" fmla="*/ 2340347 w 4437498"/>
                <a:gd name="connsiteY8" fmla="*/ 2638541 h 3079802"/>
                <a:gd name="connsiteX9" fmla="*/ 2762623 w 4437498"/>
                <a:gd name="connsiteY9" fmla="*/ 2571867 h 3079802"/>
                <a:gd name="connsiteX10" fmla="*/ 3729409 w 4437498"/>
                <a:gd name="connsiteY10" fmla="*/ 2417878 h 3079802"/>
                <a:gd name="connsiteX11" fmla="*/ 4432672 w 4437498"/>
                <a:gd name="connsiteY11" fmla="*/ 1670166 h 3079802"/>
                <a:gd name="connsiteX0" fmla="*/ 4432672 w 4437498"/>
                <a:gd name="connsiteY0" fmla="*/ 1670180 h 3079816"/>
                <a:gd name="connsiteX1" fmla="*/ 3962772 w 4437498"/>
                <a:gd name="connsiteY1" fmla="*/ 508130 h 3079816"/>
                <a:gd name="connsiteX2" fmla="*/ 2578472 w 4437498"/>
                <a:gd name="connsiteY2" fmla="*/ 130 h 3079816"/>
                <a:gd name="connsiteX3" fmla="*/ 632197 w 4437498"/>
                <a:gd name="connsiteY3" fmla="*/ 471618 h 3079816"/>
                <a:gd name="connsiteX4" fmla="*/ 13072 w 4437498"/>
                <a:gd name="connsiteY4" fmla="*/ 1447930 h 3079816"/>
                <a:gd name="connsiteX5" fmla="*/ 317566 w 4437498"/>
                <a:gd name="connsiteY5" fmla="*/ 2620861 h 3079816"/>
                <a:gd name="connsiteX6" fmla="*/ 1194172 w 4437498"/>
                <a:gd name="connsiteY6" fmla="*/ 3060830 h 3079816"/>
                <a:gd name="connsiteX7" fmla="*/ 2067297 w 4437498"/>
                <a:gd name="connsiteY7" fmla="*/ 2963992 h 3079816"/>
                <a:gd name="connsiteX8" fmla="*/ 2340347 w 4437498"/>
                <a:gd name="connsiteY8" fmla="*/ 2638555 h 3079816"/>
                <a:gd name="connsiteX9" fmla="*/ 2762623 w 4437498"/>
                <a:gd name="connsiteY9" fmla="*/ 2571881 h 3079816"/>
                <a:gd name="connsiteX10" fmla="*/ 3729409 w 4437498"/>
                <a:gd name="connsiteY10" fmla="*/ 2417892 h 3079816"/>
                <a:gd name="connsiteX11" fmla="*/ 4432672 w 4437498"/>
                <a:gd name="connsiteY11" fmla="*/ 1670180 h 3079816"/>
                <a:gd name="connsiteX0" fmla="*/ 4432672 w 4437498"/>
                <a:gd name="connsiteY0" fmla="*/ 1671681 h 3081317"/>
                <a:gd name="connsiteX1" fmla="*/ 3962772 w 4437498"/>
                <a:gd name="connsiteY1" fmla="*/ 509631 h 3081317"/>
                <a:gd name="connsiteX2" fmla="*/ 2578472 w 4437498"/>
                <a:gd name="connsiteY2" fmla="*/ 1631 h 3081317"/>
                <a:gd name="connsiteX3" fmla="*/ 632197 w 4437498"/>
                <a:gd name="connsiteY3" fmla="*/ 396919 h 3081317"/>
                <a:gd name="connsiteX4" fmla="*/ 13072 w 4437498"/>
                <a:gd name="connsiteY4" fmla="*/ 1449431 h 3081317"/>
                <a:gd name="connsiteX5" fmla="*/ 317566 w 4437498"/>
                <a:gd name="connsiteY5" fmla="*/ 2622362 h 3081317"/>
                <a:gd name="connsiteX6" fmla="*/ 1194172 w 4437498"/>
                <a:gd name="connsiteY6" fmla="*/ 3062331 h 3081317"/>
                <a:gd name="connsiteX7" fmla="*/ 2067297 w 4437498"/>
                <a:gd name="connsiteY7" fmla="*/ 2965493 h 3081317"/>
                <a:gd name="connsiteX8" fmla="*/ 2340347 w 4437498"/>
                <a:gd name="connsiteY8" fmla="*/ 2640056 h 3081317"/>
                <a:gd name="connsiteX9" fmla="*/ 2762623 w 4437498"/>
                <a:gd name="connsiteY9" fmla="*/ 2573382 h 3081317"/>
                <a:gd name="connsiteX10" fmla="*/ 3729409 w 4437498"/>
                <a:gd name="connsiteY10" fmla="*/ 2419393 h 3081317"/>
                <a:gd name="connsiteX11" fmla="*/ 4432672 w 4437498"/>
                <a:gd name="connsiteY11" fmla="*/ 1671681 h 3081317"/>
                <a:gd name="connsiteX0" fmla="*/ 4433980 w 4438806"/>
                <a:gd name="connsiteY0" fmla="*/ 1671681 h 3080666"/>
                <a:gd name="connsiteX1" fmla="*/ 3964080 w 4438806"/>
                <a:gd name="connsiteY1" fmla="*/ 509631 h 3080666"/>
                <a:gd name="connsiteX2" fmla="*/ 2579780 w 4438806"/>
                <a:gd name="connsiteY2" fmla="*/ 1631 h 3080666"/>
                <a:gd name="connsiteX3" fmla="*/ 633505 w 4438806"/>
                <a:gd name="connsiteY3" fmla="*/ 396919 h 3080666"/>
                <a:gd name="connsiteX4" fmla="*/ 14380 w 4438806"/>
                <a:gd name="connsiteY4" fmla="*/ 1449431 h 3080666"/>
                <a:gd name="connsiteX5" fmla="*/ 309349 w 4438806"/>
                <a:gd name="connsiteY5" fmla="*/ 2631887 h 3080666"/>
                <a:gd name="connsiteX6" fmla="*/ 1195480 w 4438806"/>
                <a:gd name="connsiteY6" fmla="*/ 3062331 h 3080666"/>
                <a:gd name="connsiteX7" fmla="*/ 2068605 w 4438806"/>
                <a:gd name="connsiteY7" fmla="*/ 2965493 h 3080666"/>
                <a:gd name="connsiteX8" fmla="*/ 2341655 w 4438806"/>
                <a:gd name="connsiteY8" fmla="*/ 2640056 h 3080666"/>
                <a:gd name="connsiteX9" fmla="*/ 2763931 w 4438806"/>
                <a:gd name="connsiteY9" fmla="*/ 2573382 h 3080666"/>
                <a:gd name="connsiteX10" fmla="*/ 3730717 w 4438806"/>
                <a:gd name="connsiteY10" fmla="*/ 2419393 h 3080666"/>
                <a:gd name="connsiteX11" fmla="*/ 4433980 w 4438806"/>
                <a:gd name="connsiteY11" fmla="*/ 1671681 h 3080666"/>
                <a:gd name="connsiteX0" fmla="*/ 4433980 w 4438806"/>
                <a:gd name="connsiteY0" fmla="*/ 1671961 h 3080946"/>
                <a:gd name="connsiteX1" fmla="*/ 3964080 w 4438806"/>
                <a:gd name="connsiteY1" fmla="*/ 509911 h 3080946"/>
                <a:gd name="connsiteX2" fmla="*/ 2579780 w 4438806"/>
                <a:gd name="connsiteY2" fmla="*/ 1911 h 3080946"/>
                <a:gd name="connsiteX3" fmla="*/ 633505 w 4438806"/>
                <a:gd name="connsiteY3" fmla="*/ 397199 h 3080946"/>
                <a:gd name="connsiteX4" fmla="*/ 14380 w 4438806"/>
                <a:gd name="connsiteY4" fmla="*/ 1449711 h 3080946"/>
                <a:gd name="connsiteX5" fmla="*/ 309349 w 4438806"/>
                <a:gd name="connsiteY5" fmla="*/ 2632167 h 3080946"/>
                <a:gd name="connsiteX6" fmla="*/ 1195480 w 4438806"/>
                <a:gd name="connsiteY6" fmla="*/ 3062611 h 3080946"/>
                <a:gd name="connsiteX7" fmla="*/ 2068605 w 4438806"/>
                <a:gd name="connsiteY7" fmla="*/ 2965773 h 3080946"/>
                <a:gd name="connsiteX8" fmla="*/ 2341655 w 4438806"/>
                <a:gd name="connsiteY8" fmla="*/ 2640336 h 3080946"/>
                <a:gd name="connsiteX9" fmla="*/ 2763931 w 4438806"/>
                <a:gd name="connsiteY9" fmla="*/ 2573662 h 3080946"/>
                <a:gd name="connsiteX10" fmla="*/ 3730717 w 4438806"/>
                <a:gd name="connsiteY10" fmla="*/ 2419673 h 3080946"/>
                <a:gd name="connsiteX11" fmla="*/ 4433980 w 4438806"/>
                <a:gd name="connsiteY11" fmla="*/ 1671961 h 3080946"/>
                <a:gd name="connsiteX0" fmla="*/ 4435131 w 4439957"/>
                <a:gd name="connsiteY0" fmla="*/ 1671169 h 3080154"/>
                <a:gd name="connsiteX1" fmla="*/ 3965231 w 4439957"/>
                <a:gd name="connsiteY1" fmla="*/ 509119 h 3080154"/>
                <a:gd name="connsiteX2" fmla="*/ 2580931 w 4439957"/>
                <a:gd name="connsiteY2" fmla="*/ 1119 h 3080154"/>
                <a:gd name="connsiteX3" fmla="*/ 653706 w 4439957"/>
                <a:gd name="connsiteY3" fmla="*/ 418632 h 3080154"/>
                <a:gd name="connsiteX4" fmla="*/ 15531 w 4439957"/>
                <a:gd name="connsiteY4" fmla="*/ 1448919 h 3080154"/>
                <a:gd name="connsiteX5" fmla="*/ 310500 w 4439957"/>
                <a:gd name="connsiteY5" fmla="*/ 2631375 h 3080154"/>
                <a:gd name="connsiteX6" fmla="*/ 1196631 w 4439957"/>
                <a:gd name="connsiteY6" fmla="*/ 3061819 h 3080154"/>
                <a:gd name="connsiteX7" fmla="*/ 2069756 w 4439957"/>
                <a:gd name="connsiteY7" fmla="*/ 2964981 h 3080154"/>
                <a:gd name="connsiteX8" fmla="*/ 2342806 w 4439957"/>
                <a:gd name="connsiteY8" fmla="*/ 2639544 h 3080154"/>
                <a:gd name="connsiteX9" fmla="*/ 2765082 w 4439957"/>
                <a:gd name="connsiteY9" fmla="*/ 2572870 h 3080154"/>
                <a:gd name="connsiteX10" fmla="*/ 3731868 w 4439957"/>
                <a:gd name="connsiteY10" fmla="*/ 2418881 h 3080154"/>
                <a:gd name="connsiteX11" fmla="*/ 4435131 w 4439957"/>
                <a:gd name="connsiteY11" fmla="*/ 1671169 h 308015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65082 w 4439957"/>
                <a:gd name="connsiteY9" fmla="*/ 2572870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33281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33281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39957" h="3078694">
                  <a:moveTo>
                    <a:pt x="4435131" y="1671169"/>
                  </a:moveTo>
                  <a:cubicBezTo>
                    <a:pt x="4474025" y="1352875"/>
                    <a:pt x="4274264" y="787461"/>
                    <a:pt x="3965231" y="509119"/>
                  </a:cubicBezTo>
                  <a:cubicBezTo>
                    <a:pt x="3656198" y="230777"/>
                    <a:pt x="3132852" y="16200"/>
                    <a:pt x="2580931" y="1119"/>
                  </a:cubicBezTo>
                  <a:cubicBezTo>
                    <a:pt x="2029010" y="-13962"/>
                    <a:pt x="1100323" y="123357"/>
                    <a:pt x="653706" y="418632"/>
                  </a:cubicBezTo>
                  <a:cubicBezTo>
                    <a:pt x="207089" y="713907"/>
                    <a:pt x="72732" y="1080129"/>
                    <a:pt x="15531" y="1448919"/>
                  </a:cubicBezTo>
                  <a:cubicBezTo>
                    <a:pt x="-41670" y="1817710"/>
                    <a:pt x="59674" y="2318108"/>
                    <a:pt x="310500" y="2631375"/>
                  </a:cubicBezTo>
                  <a:cubicBezTo>
                    <a:pt x="647050" y="2954167"/>
                    <a:pt x="903422" y="3006218"/>
                    <a:pt x="1196631" y="3061819"/>
                  </a:cubicBezTo>
                  <a:cubicBezTo>
                    <a:pt x="1489840" y="3117420"/>
                    <a:pt x="1880314" y="3022660"/>
                    <a:pt x="2069756" y="2964981"/>
                  </a:cubicBezTo>
                  <a:cubicBezTo>
                    <a:pt x="2259198" y="2907302"/>
                    <a:pt x="2257875" y="2783080"/>
                    <a:pt x="2333281" y="2715744"/>
                  </a:cubicBezTo>
                  <a:cubicBezTo>
                    <a:pt x="2408687" y="2648408"/>
                    <a:pt x="2569289" y="2645365"/>
                    <a:pt x="2750794" y="2660977"/>
                  </a:cubicBezTo>
                  <a:cubicBezTo>
                    <a:pt x="3037073" y="2664682"/>
                    <a:pt x="3451145" y="2583849"/>
                    <a:pt x="3731868" y="2418881"/>
                  </a:cubicBezTo>
                  <a:cubicBezTo>
                    <a:pt x="4012591" y="2253913"/>
                    <a:pt x="4396237" y="1989463"/>
                    <a:pt x="4435131" y="1671169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5005387" y="2671763"/>
              <a:ext cx="180976" cy="207168"/>
            </a:xfrm>
            <a:custGeom>
              <a:avLst/>
              <a:gdLst>
                <a:gd name="connsiteX0" fmla="*/ 233362 w 233362"/>
                <a:gd name="connsiteY0" fmla="*/ 288131 h 288131"/>
                <a:gd name="connsiteX1" fmla="*/ 104775 w 233362"/>
                <a:gd name="connsiteY1" fmla="*/ 111918 h 288131"/>
                <a:gd name="connsiteX2" fmla="*/ 0 w 233362"/>
                <a:gd name="connsiteY2" fmla="*/ 0 h 288131"/>
                <a:gd name="connsiteX0" fmla="*/ 235744 w 235744"/>
                <a:gd name="connsiteY0" fmla="*/ 288131 h 288131"/>
                <a:gd name="connsiteX1" fmla="*/ 107157 w 235744"/>
                <a:gd name="connsiteY1" fmla="*/ 111918 h 288131"/>
                <a:gd name="connsiteX2" fmla="*/ 0 w 235744"/>
                <a:gd name="connsiteY2" fmla="*/ 0 h 288131"/>
                <a:gd name="connsiteX0" fmla="*/ 180976 w 180976"/>
                <a:gd name="connsiteY0" fmla="*/ 207168 h 207168"/>
                <a:gd name="connsiteX1" fmla="*/ 107157 w 180976"/>
                <a:gd name="connsiteY1" fmla="*/ 111918 h 207168"/>
                <a:gd name="connsiteX2" fmla="*/ 0 w 180976"/>
                <a:gd name="connsiteY2" fmla="*/ 0 h 207168"/>
                <a:gd name="connsiteX0" fmla="*/ 180976 w 180976"/>
                <a:gd name="connsiteY0" fmla="*/ 207168 h 207168"/>
                <a:gd name="connsiteX1" fmla="*/ 102395 w 180976"/>
                <a:gd name="connsiteY1" fmla="*/ 102393 h 207168"/>
                <a:gd name="connsiteX2" fmla="*/ 0 w 180976"/>
                <a:gd name="connsiteY2" fmla="*/ 0 h 20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976" h="207168">
                  <a:moveTo>
                    <a:pt x="180976" y="207168"/>
                  </a:moveTo>
                  <a:cubicBezTo>
                    <a:pt x="136129" y="143072"/>
                    <a:pt x="132558" y="136921"/>
                    <a:pt x="102395" y="102393"/>
                  </a:cubicBezTo>
                  <a:cubicBezTo>
                    <a:pt x="72232" y="67865"/>
                    <a:pt x="32940" y="31948"/>
                    <a:pt x="0" y="0"/>
                  </a:cubicBezTo>
                </a:path>
              </a:pathLst>
            </a:custGeom>
            <a:noFill/>
            <a:ln w="22225">
              <a:solidFill>
                <a:srgbClr val="00B05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752600" y="3505200"/>
              <a:ext cx="1066800" cy="106680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2" name="Arc 11"/>
            <p:cNvSpPr/>
            <p:nvPr/>
          </p:nvSpPr>
          <p:spPr>
            <a:xfrm rot="2882581">
              <a:off x="1752600" y="3505200"/>
              <a:ext cx="1066800" cy="1066800"/>
            </a:xfrm>
            <a:prstGeom prst="arc">
              <a:avLst>
                <a:gd name="adj1" fmla="val 16200000"/>
                <a:gd name="adj2" fmla="val 17482673"/>
              </a:avLst>
            </a:prstGeom>
            <a:ln w="12700">
              <a:solidFill>
                <a:srgbClr val="00B0F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232000" y="3984600"/>
              <a:ext cx="108000" cy="1080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762125" y="4038600"/>
                  <a:ext cx="9906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2125" y="4038600"/>
                  <a:ext cx="990600" cy="49244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497376" y="3326279"/>
                  <a:ext cx="9906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zh-HK" altLang="en-US" sz="26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7376" y="3326279"/>
                  <a:ext cx="990600" cy="4924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5252309" y="2425541"/>
                  <a:ext cx="519112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309" y="2425541"/>
                  <a:ext cx="519112" cy="49244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7051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26</a:t>
            </a:fld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6418087" y="4279612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/>
              <a:t>analytic inside</a:t>
            </a:r>
            <a:endParaRPr lang="zh-HK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18087" y="3475732"/>
                <a:ext cx="2336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087" y="3475732"/>
                <a:ext cx="2336800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051575" y="2173988"/>
            <a:ext cx="4719846" cy="3078694"/>
            <a:chOff x="1051575" y="2173988"/>
            <a:chExt cx="4719846" cy="3078694"/>
          </a:xfrm>
        </p:grpSpPr>
        <p:sp>
          <p:nvSpPr>
            <p:cNvPr id="19" name="Freeform 18"/>
            <p:cNvSpPr/>
            <p:nvPr/>
          </p:nvSpPr>
          <p:spPr>
            <a:xfrm>
              <a:off x="1051575" y="2173988"/>
              <a:ext cx="4439957" cy="3078694"/>
            </a:xfrm>
            <a:custGeom>
              <a:avLst/>
              <a:gdLst>
                <a:gd name="connsiteX0" fmla="*/ 4419905 w 4421725"/>
                <a:gd name="connsiteY0" fmla="*/ 1806808 h 3237605"/>
                <a:gd name="connsiteX1" fmla="*/ 3950005 w 4421725"/>
                <a:gd name="connsiteY1" fmla="*/ 549508 h 3237605"/>
                <a:gd name="connsiteX2" fmla="*/ 2565705 w 4421725"/>
                <a:gd name="connsiteY2" fmla="*/ 41508 h 3237605"/>
                <a:gd name="connsiteX3" fmla="*/ 800405 w 4421725"/>
                <a:gd name="connsiteY3" fmla="*/ 193908 h 3237605"/>
                <a:gd name="connsiteX4" fmla="*/ 305 w 4421725"/>
                <a:gd name="connsiteY4" fmla="*/ 1489308 h 3237605"/>
                <a:gd name="connsiteX5" fmla="*/ 876605 w 4421725"/>
                <a:gd name="connsiteY5" fmla="*/ 3140308 h 3237605"/>
                <a:gd name="connsiteX6" fmla="*/ 2083105 w 4421725"/>
                <a:gd name="connsiteY6" fmla="*/ 3000608 h 3237605"/>
                <a:gd name="connsiteX7" fmla="*/ 2375205 w 4421725"/>
                <a:gd name="connsiteY7" fmla="*/ 2632308 h 3237605"/>
                <a:gd name="connsiteX8" fmla="*/ 2959405 w 4421725"/>
                <a:gd name="connsiteY8" fmla="*/ 2479908 h 3237605"/>
                <a:gd name="connsiteX9" fmla="*/ 4064305 w 4421725"/>
                <a:gd name="connsiteY9" fmla="*/ 2340208 h 3237605"/>
                <a:gd name="connsiteX10" fmla="*/ 4419905 w 4421725"/>
                <a:gd name="connsiteY10" fmla="*/ 1806808 h 3237605"/>
                <a:gd name="connsiteX0" fmla="*/ 4419905 w 4422132"/>
                <a:gd name="connsiteY0" fmla="*/ 1806808 h 3237605"/>
                <a:gd name="connsiteX1" fmla="*/ 3950005 w 4422132"/>
                <a:gd name="connsiteY1" fmla="*/ 549508 h 3237605"/>
                <a:gd name="connsiteX2" fmla="*/ 2565705 w 4422132"/>
                <a:gd name="connsiteY2" fmla="*/ 41508 h 3237605"/>
                <a:gd name="connsiteX3" fmla="*/ 800405 w 4422132"/>
                <a:gd name="connsiteY3" fmla="*/ 193908 h 3237605"/>
                <a:gd name="connsiteX4" fmla="*/ 305 w 4422132"/>
                <a:gd name="connsiteY4" fmla="*/ 1489308 h 3237605"/>
                <a:gd name="connsiteX5" fmla="*/ 876605 w 4422132"/>
                <a:gd name="connsiteY5" fmla="*/ 3140308 h 3237605"/>
                <a:gd name="connsiteX6" fmla="*/ 2083105 w 4422132"/>
                <a:gd name="connsiteY6" fmla="*/ 3000608 h 3237605"/>
                <a:gd name="connsiteX7" fmla="*/ 2375205 w 4422132"/>
                <a:gd name="connsiteY7" fmla="*/ 2632308 h 3237605"/>
                <a:gd name="connsiteX8" fmla="*/ 2783193 w 4422132"/>
                <a:gd name="connsiteY8" fmla="*/ 2560871 h 3237605"/>
                <a:gd name="connsiteX9" fmla="*/ 4064305 w 4422132"/>
                <a:gd name="connsiteY9" fmla="*/ 2340208 h 3237605"/>
                <a:gd name="connsiteX10" fmla="*/ 4419905 w 4422132"/>
                <a:gd name="connsiteY10" fmla="*/ 1806808 h 3237605"/>
                <a:gd name="connsiteX0" fmla="*/ 4419905 w 4424731"/>
                <a:gd name="connsiteY0" fmla="*/ 1806808 h 3237605"/>
                <a:gd name="connsiteX1" fmla="*/ 3950005 w 4424731"/>
                <a:gd name="connsiteY1" fmla="*/ 549508 h 3237605"/>
                <a:gd name="connsiteX2" fmla="*/ 2565705 w 4424731"/>
                <a:gd name="connsiteY2" fmla="*/ 41508 h 3237605"/>
                <a:gd name="connsiteX3" fmla="*/ 800405 w 4424731"/>
                <a:gd name="connsiteY3" fmla="*/ 193908 h 3237605"/>
                <a:gd name="connsiteX4" fmla="*/ 305 w 4424731"/>
                <a:gd name="connsiteY4" fmla="*/ 1489308 h 3237605"/>
                <a:gd name="connsiteX5" fmla="*/ 876605 w 4424731"/>
                <a:gd name="connsiteY5" fmla="*/ 3140308 h 3237605"/>
                <a:gd name="connsiteX6" fmla="*/ 2083105 w 4424731"/>
                <a:gd name="connsiteY6" fmla="*/ 3000608 h 3237605"/>
                <a:gd name="connsiteX7" fmla="*/ 2375205 w 4424731"/>
                <a:gd name="connsiteY7" fmla="*/ 2632308 h 3237605"/>
                <a:gd name="connsiteX8" fmla="*/ 2783193 w 4424731"/>
                <a:gd name="connsiteY8" fmla="*/ 2560871 h 3237605"/>
                <a:gd name="connsiteX9" fmla="*/ 3716642 w 4424731"/>
                <a:gd name="connsiteY9" fmla="*/ 2459270 h 3237605"/>
                <a:gd name="connsiteX10" fmla="*/ 4419905 w 4424731"/>
                <a:gd name="connsiteY10" fmla="*/ 1806808 h 3237605"/>
                <a:gd name="connsiteX0" fmla="*/ 4419905 w 4424731"/>
                <a:gd name="connsiteY0" fmla="*/ 1711558 h 3237605"/>
                <a:gd name="connsiteX1" fmla="*/ 3950005 w 4424731"/>
                <a:gd name="connsiteY1" fmla="*/ 549508 h 3237605"/>
                <a:gd name="connsiteX2" fmla="*/ 2565705 w 4424731"/>
                <a:gd name="connsiteY2" fmla="*/ 41508 h 3237605"/>
                <a:gd name="connsiteX3" fmla="*/ 800405 w 4424731"/>
                <a:gd name="connsiteY3" fmla="*/ 193908 h 3237605"/>
                <a:gd name="connsiteX4" fmla="*/ 305 w 4424731"/>
                <a:gd name="connsiteY4" fmla="*/ 1489308 h 3237605"/>
                <a:gd name="connsiteX5" fmla="*/ 876605 w 4424731"/>
                <a:gd name="connsiteY5" fmla="*/ 3140308 h 3237605"/>
                <a:gd name="connsiteX6" fmla="*/ 2083105 w 4424731"/>
                <a:gd name="connsiteY6" fmla="*/ 3000608 h 3237605"/>
                <a:gd name="connsiteX7" fmla="*/ 2375205 w 4424731"/>
                <a:gd name="connsiteY7" fmla="*/ 2632308 h 3237605"/>
                <a:gd name="connsiteX8" fmla="*/ 2783193 w 4424731"/>
                <a:gd name="connsiteY8" fmla="*/ 2560871 h 3237605"/>
                <a:gd name="connsiteX9" fmla="*/ 3716642 w 4424731"/>
                <a:gd name="connsiteY9" fmla="*/ 2459270 h 3237605"/>
                <a:gd name="connsiteX10" fmla="*/ 4419905 w 4424731"/>
                <a:gd name="connsiteY10" fmla="*/ 1711558 h 3237605"/>
                <a:gd name="connsiteX0" fmla="*/ 4420637 w 4425463"/>
                <a:gd name="connsiteY0" fmla="*/ 1685948 h 3211995"/>
                <a:gd name="connsiteX1" fmla="*/ 3950737 w 4425463"/>
                <a:gd name="connsiteY1" fmla="*/ 523898 h 3211995"/>
                <a:gd name="connsiteX2" fmla="*/ 2566437 w 4425463"/>
                <a:gd name="connsiteY2" fmla="*/ 15898 h 3211995"/>
                <a:gd name="connsiteX3" fmla="*/ 743987 w 4425463"/>
                <a:gd name="connsiteY3" fmla="*/ 254023 h 3211995"/>
                <a:gd name="connsiteX4" fmla="*/ 1037 w 4425463"/>
                <a:gd name="connsiteY4" fmla="*/ 1463698 h 3211995"/>
                <a:gd name="connsiteX5" fmla="*/ 877337 w 4425463"/>
                <a:gd name="connsiteY5" fmla="*/ 3114698 h 3211995"/>
                <a:gd name="connsiteX6" fmla="*/ 2083837 w 4425463"/>
                <a:gd name="connsiteY6" fmla="*/ 2974998 h 3211995"/>
                <a:gd name="connsiteX7" fmla="*/ 2375937 w 4425463"/>
                <a:gd name="connsiteY7" fmla="*/ 2606698 h 3211995"/>
                <a:gd name="connsiteX8" fmla="*/ 2783925 w 4425463"/>
                <a:gd name="connsiteY8" fmla="*/ 2535261 h 3211995"/>
                <a:gd name="connsiteX9" fmla="*/ 3717374 w 4425463"/>
                <a:gd name="connsiteY9" fmla="*/ 2433660 h 3211995"/>
                <a:gd name="connsiteX10" fmla="*/ 4420637 w 4425463"/>
                <a:gd name="connsiteY10" fmla="*/ 1685948 h 3211995"/>
                <a:gd name="connsiteX0" fmla="*/ 4429528 w 4434354"/>
                <a:gd name="connsiteY0" fmla="*/ 1685948 h 3134836"/>
                <a:gd name="connsiteX1" fmla="*/ 3959628 w 4434354"/>
                <a:gd name="connsiteY1" fmla="*/ 523898 h 3134836"/>
                <a:gd name="connsiteX2" fmla="*/ 2575328 w 4434354"/>
                <a:gd name="connsiteY2" fmla="*/ 15898 h 3134836"/>
                <a:gd name="connsiteX3" fmla="*/ 752878 w 4434354"/>
                <a:gd name="connsiteY3" fmla="*/ 254023 h 3134836"/>
                <a:gd name="connsiteX4" fmla="*/ 9928 w 4434354"/>
                <a:gd name="connsiteY4" fmla="*/ 1463698 h 3134836"/>
                <a:gd name="connsiteX5" fmla="*/ 362047 w 4434354"/>
                <a:gd name="connsiteY5" fmla="*/ 2560428 h 3134836"/>
                <a:gd name="connsiteX6" fmla="*/ 886228 w 4434354"/>
                <a:gd name="connsiteY6" fmla="*/ 3114698 h 3134836"/>
                <a:gd name="connsiteX7" fmla="*/ 2092728 w 4434354"/>
                <a:gd name="connsiteY7" fmla="*/ 2974998 h 3134836"/>
                <a:gd name="connsiteX8" fmla="*/ 2384828 w 4434354"/>
                <a:gd name="connsiteY8" fmla="*/ 2606698 h 3134836"/>
                <a:gd name="connsiteX9" fmla="*/ 2792816 w 4434354"/>
                <a:gd name="connsiteY9" fmla="*/ 2535261 h 3134836"/>
                <a:gd name="connsiteX10" fmla="*/ 3726265 w 4434354"/>
                <a:gd name="connsiteY10" fmla="*/ 2433660 h 3134836"/>
                <a:gd name="connsiteX11" fmla="*/ 4429528 w 4434354"/>
                <a:gd name="connsiteY11" fmla="*/ 1685948 h 3134836"/>
                <a:gd name="connsiteX0" fmla="*/ 4428637 w 4433463"/>
                <a:gd name="connsiteY0" fmla="*/ 1685948 h 3134836"/>
                <a:gd name="connsiteX1" fmla="*/ 3958737 w 4433463"/>
                <a:gd name="connsiteY1" fmla="*/ 523898 h 3134836"/>
                <a:gd name="connsiteX2" fmla="*/ 2574437 w 4433463"/>
                <a:gd name="connsiteY2" fmla="*/ 15898 h 3134836"/>
                <a:gd name="connsiteX3" fmla="*/ 751987 w 4433463"/>
                <a:gd name="connsiteY3" fmla="*/ 254023 h 3134836"/>
                <a:gd name="connsiteX4" fmla="*/ 9037 w 4433463"/>
                <a:gd name="connsiteY4" fmla="*/ 1463698 h 3134836"/>
                <a:gd name="connsiteX5" fmla="*/ 361156 w 4433463"/>
                <a:gd name="connsiteY5" fmla="*/ 2560428 h 3134836"/>
                <a:gd name="connsiteX6" fmla="*/ 885337 w 4433463"/>
                <a:gd name="connsiteY6" fmla="*/ 3114698 h 3134836"/>
                <a:gd name="connsiteX7" fmla="*/ 2091837 w 4433463"/>
                <a:gd name="connsiteY7" fmla="*/ 2974998 h 3134836"/>
                <a:gd name="connsiteX8" fmla="*/ 2383937 w 4433463"/>
                <a:gd name="connsiteY8" fmla="*/ 2606698 h 3134836"/>
                <a:gd name="connsiteX9" fmla="*/ 2791925 w 4433463"/>
                <a:gd name="connsiteY9" fmla="*/ 2535261 h 3134836"/>
                <a:gd name="connsiteX10" fmla="*/ 3725374 w 4433463"/>
                <a:gd name="connsiteY10" fmla="*/ 2433660 h 3134836"/>
                <a:gd name="connsiteX11" fmla="*/ 4428637 w 4433463"/>
                <a:gd name="connsiteY11" fmla="*/ 1685948 h 3134836"/>
                <a:gd name="connsiteX0" fmla="*/ 4431373 w 4436199"/>
                <a:gd name="connsiteY0" fmla="*/ 1685948 h 3130299"/>
                <a:gd name="connsiteX1" fmla="*/ 3961473 w 4436199"/>
                <a:gd name="connsiteY1" fmla="*/ 523898 h 3130299"/>
                <a:gd name="connsiteX2" fmla="*/ 2577173 w 4436199"/>
                <a:gd name="connsiteY2" fmla="*/ 15898 h 3130299"/>
                <a:gd name="connsiteX3" fmla="*/ 754723 w 4436199"/>
                <a:gd name="connsiteY3" fmla="*/ 254023 h 3130299"/>
                <a:gd name="connsiteX4" fmla="*/ 11773 w 4436199"/>
                <a:gd name="connsiteY4" fmla="*/ 1463698 h 3130299"/>
                <a:gd name="connsiteX5" fmla="*/ 325792 w 4436199"/>
                <a:gd name="connsiteY5" fmla="*/ 2631866 h 3130299"/>
                <a:gd name="connsiteX6" fmla="*/ 888073 w 4436199"/>
                <a:gd name="connsiteY6" fmla="*/ 3114698 h 3130299"/>
                <a:gd name="connsiteX7" fmla="*/ 2094573 w 4436199"/>
                <a:gd name="connsiteY7" fmla="*/ 2974998 h 3130299"/>
                <a:gd name="connsiteX8" fmla="*/ 2386673 w 4436199"/>
                <a:gd name="connsiteY8" fmla="*/ 2606698 h 3130299"/>
                <a:gd name="connsiteX9" fmla="*/ 2794661 w 4436199"/>
                <a:gd name="connsiteY9" fmla="*/ 2535261 h 3130299"/>
                <a:gd name="connsiteX10" fmla="*/ 3728110 w 4436199"/>
                <a:gd name="connsiteY10" fmla="*/ 2433660 h 3130299"/>
                <a:gd name="connsiteX11" fmla="*/ 4431373 w 4436199"/>
                <a:gd name="connsiteY11" fmla="*/ 1685948 h 3130299"/>
                <a:gd name="connsiteX0" fmla="*/ 4431373 w 4436199"/>
                <a:gd name="connsiteY0" fmla="*/ 1685948 h 3095924"/>
                <a:gd name="connsiteX1" fmla="*/ 3961473 w 4436199"/>
                <a:gd name="connsiteY1" fmla="*/ 523898 h 3095924"/>
                <a:gd name="connsiteX2" fmla="*/ 2577173 w 4436199"/>
                <a:gd name="connsiteY2" fmla="*/ 15898 h 3095924"/>
                <a:gd name="connsiteX3" fmla="*/ 754723 w 4436199"/>
                <a:gd name="connsiteY3" fmla="*/ 254023 h 3095924"/>
                <a:gd name="connsiteX4" fmla="*/ 11773 w 4436199"/>
                <a:gd name="connsiteY4" fmla="*/ 1463698 h 3095924"/>
                <a:gd name="connsiteX5" fmla="*/ 325792 w 4436199"/>
                <a:gd name="connsiteY5" fmla="*/ 2631866 h 3095924"/>
                <a:gd name="connsiteX6" fmla="*/ 1192873 w 4436199"/>
                <a:gd name="connsiteY6" fmla="*/ 3076598 h 3095924"/>
                <a:gd name="connsiteX7" fmla="*/ 2094573 w 4436199"/>
                <a:gd name="connsiteY7" fmla="*/ 2974998 h 3095924"/>
                <a:gd name="connsiteX8" fmla="*/ 2386673 w 4436199"/>
                <a:gd name="connsiteY8" fmla="*/ 2606698 h 3095924"/>
                <a:gd name="connsiteX9" fmla="*/ 2794661 w 4436199"/>
                <a:gd name="connsiteY9" fmla="*/ 2535261 h 3095924"/>
                <a:gd name="connsiteX10" fmla="*/ 3728110 w 4436199"/>
                <a:gd name="connsiteY10" fmla="*/ 2433660 h 3095924"/>
                <a:gd name="connsiteX11" fmla="*/ 4431373 w 4436199"/>
                <a:gd name="connsiteY11" fmla="*/ 1685948 h 3095924"/>
                <a:gd name="connsiteX0" fmla="*/ 4429266 w 4434092"/>
                <a:gd name="connsiteY0" fmla="*/ 1685948 h 3096580"/>
                <a:gd name="connsiteX1" fmla="*/ 3959366 w 4434092"/>
                <a:gd name="connsiteY1" fmla="*/ 523898 h 3096580"/>
                <a:gd name="connsiteX2" fmla="*/ 2575066 w 4434092"/>
                <a:gd name="connsiteY2" fmla="*/ 15898 h 3096580"/>
                <a:gd name="connsiteX3" fmla="*/ 752616 w 4434092"/>
                <a:gd name="connsiteY3" fmla="*/ 254023 h 3096580"/>
                <a:gd name="connsiteX4" fmla="*/ 9666 w 4434092"/>
                <a:gd name="connsiteY4" fmla="*/ 1463698 h 3096580"/>
                <a:gd name="connsiteX5" fmla="*/ 352260 w 4434092"/>
                <a:gd name="connsiteY5" fmla="*/ 2622341 h 3096580"/>
                <a:gd name="connsiteX6" fmla="*/ 1190766 w 4434092"/>
                <a:gd name="connsiteY6" fmla="*/ 3076598 h 3096580"/>
                <a:gd name="connsiteX7" fmla="*/ 2092466 w 4434092"/>
                <a:gd name="connsiteY7" fmla="*/ 2974998 h 3096580"/>
                <a:gd name="connsiteX8" fmla="*/ 2384566 w 4434092"/>
                <a:gd name="connsiteY8" fmla="*/ 2606698 h 3096580"/>
                <a:gd name="connsiteX9" fmla="*/ 2792554 w 4434092"/>
                <a:gd name="connsiteY9" fmla="*/ 2535261 h 3096580"/>
                <a:gd name="connsiteX10" fmla="*/ 3726003 w 4434092"/>
                <a:gd name="connsiteY10" fmla="*/ 2433660 h 3096580"/>
                <a:gd name="connsiteX11" fmla="*/ 4429266 w 4434092"/>
                <a:gd name="connsiteY11" fmla="*/ 1685948 h 3096580"/>
                <a:gd name="connsiteX0" fmla="*/ 4429266 w 4434092"/>
                <a:gd name="connsiteY0" fmla="*/ 1685948 h 3096580"/>
                <a:gd name="connsiteX1" fmla="*/ 3959366 w 4434092"/>
                <a:gd name="connsiteY1" fmla="*/ 523898 h 3096580"/>
                <a:gd name="connsiteX2" fmla="*/ 2575066 w 4434092"/>
                <a:gd name="connsiteY2" fmla="*/ 15898 h 3096580"/>
                <a:gd name="connsiteX3" fmla="*/ 752616 w 4434092"/>
                <a:gd name="connsiteY3" fmla="*/ 254023 h 3096580"/>
                <a:gd name="connsiteX4" fmla="*/ 9666 w 4434092"/>
                <a:gd name="connsiteY4" fmla="*/ 1463698 h 3096580"/>
                <a:gd name="connsiteX5" fmla="*/ 352260 w 4434092"/>
                <a:gd name="connsiteY5" fmla="*/ 2622341 h 3096580"/>
                <a:gd name="connsiteX6" fmla="*/ 1190766 w 4434092"/>
                <a:gd name="connsiteY6" fmla="*/ 3076598 h 3096580"/>
                <a:gd name="connsiteX7" fmla="*/ 2092466 w 4434092"/>
                <a:gd name="connsiteY7" fmla="*/ 2974998 h 3096580"/>
                <a:gd name="connsiteX8" fmla="*/ 2384566 w 4434092"/>
                <a:gd name="connsiteY8" fmla="*/ 2606698 h 3096580"/>
                <a:gd name="connsiteX9" fmla="*/ 2792554 w 4434092"/>
                <a:gd name="connsiteY9" fmla="*/ 2535261 h 3096580"/>
                <a:gd name="connsiteX10" fmla="*/ 3726003 w 4434092"/>
                <a:gd name="connsiteY10" fmla="*/ 2433660 h 3096580"/>
                <a:gd name="connsiteX11" fmla="*/ 4429266 w 4434092"/>
                <a:gd name="connsiteY11" fmla="*/ 1685948 h 3096580"/>
                <a:gd name="connsiteX0" fmla="*/ 4419803 w 4424629"/>
                <a:gd name="connsiteY0" fmla="*/ 1685948 h 3096580"/>
                <a:gd name="connsiteX1" fmla="*/ 3949903 w 4424629"/>
                <a:gd name="connsiteY1" fmla="*/ 523898 h 3096580"/>
                <a:gd name="connsiteX2" fmla="*/ 2565603 w 4424629"/>
                <a:gd name="connsiteY2" fmla="*/ 15898 h 3096580"/>
                <a:gd name="connsiteX3" fmla="*/ 743153 w 4424629"/>
                <a:gd name="connsiteY3" fmla="*/ 254023 h 3096580"/>
                <a:gd name="connsiteX4" fmla="*/ 203 w 4424629"/>
                <a:gd name="connsiteY4" fmla="*/ 1463698 h 3096580"/>
                <a:gd name="connsiteX5" fmla="*/ 342797 w 4424629"/>
                <a:gd name="connsiteY5" fmla="*/ 2622341 h 3096580"/>
                <a:gd name="connsiteX6" fmla="*/ 1181303 w 4424629"/>
                <a:gd name="connsiteY6" fmla="*/ 3076598 h 3096580"/>
                <a:gd name="connsiteX7" fmla="*/ 2083003 w 4424629"/>
                <a:gd name="connsiteY7" fmla="*/ 2974998 h 3096580"/>
                <a:gd name="connsiteX8" fmla="*/ 2375103 w 4424629"/>
                <a:gd name="connsiteY8" fmla="*/ 2606698 h 3096580"/>
                <a:gd name="connsiteX9" fmla="*/ 2783091 w 4424629"/>
                <a:gd name="connsiteY9" fmla="*/ 2535261 h 3096580"/>
                <a:gd name="connsiteX10" fmla="*/ 3716540 w 4424629"/>
                <a:gd name="connsiteY10" fmla="*/ 2433660 h 3096580"/>
                <a:gd name="connsiteX11" fmla="*/ 4419803 w 4424629"/>
                <a:gd name="connsiteY11" fmla="*/ 1685948 h 3096580"/>
                <a:gd name="connsiteX0" fmla="*/ 4432158 w 4436984"/>
                <a:gd name="connsiteY0" fmla="*/ 1685948 h 3095596"/>
                <a:gd name="connsiteX1" fmla="*/ 3962258 w 4436984"/>
                <a:gd name="connsiteY1" fmla="*/ 523898 h 3095596"/>
                <a:gd name="connsiteX2" fmla="*/ 2577958 w 4436984"/>
                <a:gd name="connsiteY2" fmla="*/ 15898 h 3095596"/>
                <a:gd name="connsiteX3" fmla="*/ 755508 w 4436984"/>
                <a:gd name="connsiteY3" fmla="*/ 254023 h 3095596"/>
                <a:gd name="connsiteX4" fmla="*/ 12558 w 4436984"/>
                <a:gd name="connsiteY4" fmla="*/ 1463698 h 3095596"/>
                <a:gd name="connsiteX5" fmla="*/ 317052 w 4436984"/>
                <a:gd name="connsiteY5" fmla="*/ 2636629 h 3095596"/>
                <a:gd name="connsiteX6" fmla="*/ 1193658 w 4436984"/>
                <a:gd name="connsiteY6" fmla="*/ 3076598 h 3095596"/>
                <a:gd name="connsiteX7" fmla="*/ 2095358 w 4436984"/>
                <a:gd name="connsiteY7" fmla="*/ 2974998 h 3095596"/>
                <a:gd name="connsiteX8" fmla="*/ 2387458 w 4436984"/>
                <a:gd name="connsiteY8" fmla="*/ 2606698 h 3095596"/>
                <a:gd name="connsiteX9" fmla="*/ 2795446 w 4436984"/>
                <a:gd name="connsiteY9" fmla="*/ 2535261 h 3095596"/>
                <a:gd name="connsiteX10" fmla="*/ 3728895 w 4436984"/>
                <a:gd name="connsiteY10" fmla="*/ 2433660 h 3095596"/>
                <a:gd name="connsiteX11" fmla="*/ 4432158 w 4436984"/>
                <a:gd name="connsiteY11" fmla="*/ 1685948 h 3095596"/>
                <a:gd name="connsiteX0" fmla="*/ 4440132 w 4444958"/>
                <a:gd name="connsiteY0" fmla="*/ 1685948 h 3095596"/>
                <a:gd name="connsiteX1" fmla="*/ 3970232 w 4444958"/>
                <a:gd name="connsiteY1" fmla="*/ 523898 h 3095596"/>
                <a:gd name="connsiteX2" fmla="*/ 2585932 w 4444958"/>
                <a:gd name="connsiteY2" fmla="*/ 15898 h 3095596"/>
                <a:gd name="connsiteX3" fmla="*/ 763482 w 4444958"/>
                <a:gd name="connsiteY3" fmla="*/ 254023 h 3095596"/>
                <a:gd name="connsiteX4" fmla="*/ 20532 w 4444958"/>
                <a:gd name="connsiteY4" fmla="*/ 1463698 h 3095596"/>
                <a:gd name="connsiteX5" fmla="*/ 325026 w 4444958"/>
                <a:gd name="connsiteY5" fmla="*/ 2636629 h 3095596"/>
                <a:gd name="connsiteX6" fmla="*/ 1201632 w 4444958"/>
                <a:gd name="connsiteY6" fmla="*/ 3076598 h 3095596"/>
                <a:gd name="connsiteX7" fmla="*/ 2103332 w 4444958"/>
                <a:gd name="connsiteY7" fmla="*/ 2974998 h 3095596"/>
                <a:gd name="connsiteX8" fmla="*/ 2395432 w 4444958"/>
                <a:gd name="connsiteY8" fmla="*/ 2606698 h 3095596"/>
                <a:gd name="connsiteX9" fmla="*/ 2803420 w 4444958"/>
                <a:gd name="connsiteY9" fmla="*/ 2535261 h 3095596"/>
                <a:gd name="connsiteX10" fmla="*/ 3736869 w 4444958"/>
                <a:gd name="connsiteY10" fmla="*/ 2433660 h 3095596"/>
                <a:gd name="connsiteX11" fmla="*/ 4440132 w 4444958"/>
                <a:gd name="connsiteY11" fmla="*/ 1685948 h 3095596"/>
                <a:gd name="connsiteX0" fmla="*/ 4440132 w 4444958"/>
                <a:gd name="connsiteY0" fmla="*/ 1685948 h 3095596"/>
                <a:gd name="connsiteX1" fmla="*/ 3970232 w 4444958"/>
                <a:gd name="connsiteY1" fmla="*/ 523898 h 3095596"/>
                <a:gd name="connsiteX2" fmla="*/ 2585932 w 4444958"/>
                <a:gd name="connsiteY2" fmla="*/ 15898 h 3095596"/>
                <a:gd name="connsiteX3" fmla="*/ 763482 w 4444958"/>
                <a:gd name="connsiteY3" fmla="*/ 254023 h 3095596"/>
                <a:gd name="connsiteX4" fmla="*/ 20532 w 4444958"/>
                <a:gd name="connsiteY4" fmla="*/ 1463698 h 3095596"/>
                <a:gd name="connsiteX5" fmla="*/ 325026 w 4444958"/>
                <a:gd name="connsiteY5" fmla="*/ 2636629 h 3095596"/>
                <a:gd name="connsiteX6" fmla="*/ 1201632 w 4444958"/>
                <a:gd name="connsiteY6" fmla="*/ 3076598 h 3095596"/>
                <a:gd name="connsiteX7" fmla="*/ 2103332 w 4444958"/>
                <a:gd name="connsiteY7" fmla="*/ 2974998 h 3095596"/>
                <a:gd name="connsiteX8" fmla="*/ 2395432 w 4444958"/>
                <a:gd name="connsiteY8" fmla="*/ 2606698 h 3095596"/>
                <a:gd name="connsiteX9" fmla="*/ 2803420 w 4444958"/>
                <a:gd name="connsiteY9" fmla="*/ 2535261 h 3095596"/>
                <a:gd name="connsiteX10" fmla="*/ 3736869 w 4444958"/>
                <a:gd name="connsiteY10" fmla="*/ 2433660 h 3095596"/>
                <a:gd name="connsiteX11" fmla="*/ 4440132 w 4444958"/>
                <a:gd name="connsiteY11" fmla="*/ 1685948 h 3095596"/>
                <a:gd name="connsiteX0" fmla="*/ 4435476 w 4440302"/>
                <a:gd name="connsiteY0" fmla="*/ 1685028 h 3094676"/>
                <a:gd name="connsiteX1" fmla="*/ 3965576 w 4440302"/>
                <a:gd name="connsiteY1" fmla="*/ 522978 h 3094676"/>
                <a:gd name="connsiteX2" fmla="*/ 2581276 w 4440302"/>
                <a:gd name="connsiteY2" fmla="*/ 14978 h 3094676"/>
                <a:gd name="connsiteX3" fmla="*/ 682626 w 4440302"/>
                <a:gd name="connsiteY3" fmla="*/ 257866 h 3094676"/>
                <a:gd name="connsiteX4" fmla="*/ 15876 w 4440302"/>
                <a:gd name="connsiteY4" fmla="*/ 1462778 h 3094676"/>
                <a:gd name="connsiteX5" fmla="*/ 320370 w 4440302"/>
                <a:gd name="connsiteY5" fmla="*/ 2635709 h 3094676"/>
                <a:gd name="connsiteX6" fmla="*/ 1196976 w 4440302"/>
                <a:gd name="connsiteY6" fmla="*/ 3075678 h 3094676"/>
                <a:gd name="connsiteX7" fmla="*/ 2098676 w 4440302"/>
                <a:gd name="connsiteY7" fmla="*/ 2974078 h 3094676"/>
                <a:gd name="connsiteX8" fmla="*/ 2390776 w 4440302"/>
                <a:gd name="connsiteY8" fmla="*/ 2605778 h 3094676"/>
                <a:gd name="connsiteX9" fmla="*/ 2798764 w 4440302"/>
                <a:gd name="connsiteY9" fmla="*/ 2534341 h 3094676"/>
                <a:gd name="connsiteX10" fmla="*/ 3732213 w 4440302"/>
                <a:gd name="connsiteY10" fmla="*/ 2432740 h 3094676"/>
                <a:gd name="connsiteX11" fmla="*/ 4435476 w 4440302"/>
                <a:gd name="connsiteY11" fmla="*/ 1685028 h 3094676"/>
                <a:gd name="connsiteX0" fmla="*/ 4435476 w 4440302"/>
                <a:gd name="connsiteY0" fmla="*/ 1685028 h 3095696"/>
                <a:gd name="connsiteX1" fmla="*/ 3965576 w 4440302"/>
                <a:gd name="connsiteY1" fmla="*/ 522978 h 3095696"/>
                <a:gd name="connsiteX2" fmla="*/ 2581276 w 4440302"/>
                <a:gd name="connsiteY2" fmla="*/ 14978 h 3095696"/>
                <a:gd name="connsiteX3" fmla="*/ 682626 w 4440302"/>
                <a:gd name="connsiteY3" fmla="*/ 257866 h 3095696"/>
                <a:gd name="connsiteX4" fmla="*/ 15876 w 4440302"/>
                <a:gd name="connsiteY4" fmla="*/ 1462778 h 3095696"/>
                <a:gd name="connsiteX5" fmla="*/ 320370 w 4440302"/>
                <a:gd name="connsiteY5" fmla="*/ 2635709 h 3095696"/>
                <a:gd name="connsiteX6" fmla="*/ 1196976 w 4440302"/>
                <a:gd name="connsiteY6" fmla="*/ 3075678 h 3095696"/>
                <a:gd name="connsiteX7" fmla="*/ 2070101 w 4440302"/>
                <a:gd name="connsiteY7" fmla="*/ 2978840 h 3095696"/>
                <a:gd name="connsiteX8" fmla="*/ 2390776 w 4440302"/>
                <a:gd name="connsiteY8" fmla="*/ 2605778 h 3095696"/>
                <a:gd name="connsiteX9" fmla="*/ 2798764 w 4440302"/>
                <a:gd name="connsiteY9" fmla="*/ 2534341 h 3095696"/>
                <a:gd name="connsiteX10" fmla="*/ 3732213 w 4440302"/>
                <a:gd name="connsiteY10" fmla="*/ 2432740 h 3095696"/>
                <a:gd name="connsiteX11" fmla="*/ 4435476 w 4440302"/>
                <a:gd name="connsiteY11" fmla="*/ 1685028 h 3095696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98764 w 4440302"/>
                <a:gd name="connsiteY9" fmla="*/ 2534341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4664"/>
                <a:gd name="connsiteX1" fmla="*/ 3965576 w 4440302"/>
                <a:gd name="connsiteY1" fmla="*/ 522978 h 3094664"/>
                <a:gd name="connsiteX2" fmla="*/ 2581276 w 4440302"/>
                <a:gd name="connsiteY2" fmla="*/ 14978 h 3094664"/>
                <a:gd name="connsiteX3" fmla="*/ 682626 w 4440302"/>
                <a:gd name="connsiteY3" fmla="*/ 257866 h 3094664"/>
                <a:gd name="connsiteX4" fmla="*/ 15876 w 4440302"/>
                <a:gd name="connsiteY4" fmla="*/ 1462778 h 3094664"/>
                <a:gd name="connsiteX5" fmla="*/ 320370 w 4440302"/>
                <a:gd name="connsiteY5" fmla="*/ 2635709 h 3094664"/>
                <a:gd name="connsiteX6" fmla="*/ 1196976 w 4440302"/>
                <a:gd name="connsiteY6" fmla="*/ 3075678 h 3094664"/>
                <a:gd name="connsiteX7" fmla="*/ 2070101 w 4440302"/>
                <a:gd name="connsiteY7" fmla="*/ 2978840 h 3094664"/>
                <a:gd name="connsiteX8" fmla="*/ 2343151 w 4440302"/>
                <a:gd name="connsiteY8" fmla="*/ 2653403 h 3094664"/>
                <a:gd name="connsiteX9" fmla="*/ 2765427 w 4440302"/>
                <a:gd name="connsiteY9" fmla="*/ 2586729 h 3094664"/>
                <a:gd name="connsiteX10" fmla="*/ 3732213 w 4440302"/>
                <a:gd name="connsiteY10" fmla="*/ 2432740 h 3094664"/>
                <a:gd name="connsiteX11" fmla="*/ 4435476 w 4440302"/>
                <a:gd name="connsiteY11" fmla="*/ 1685028 h 3094664"/>
                <a:gd name="connsiteX0" fmla="*/ 4435476 w 4440302"/>
                <a:gd name="connsiteY0" fmla="*/ 1685028 h 3094664"/>
                <a:gd name="connsiteX1" fmla="*/ 3965576 w 4440302"/>
                <a:gd name="connsiteY1" fmla="*/ 522978 h 3094664"/>
                <a:gd name="connsiteX2" fmla="*/ 2581276 w 4440302"/>
                <a:gd name="connsiteY2" fmla="*/ 14978 h 3094664"/>
                <a:gd name="connsiteX3" fmla="*/ 682626 w 4440302"/>
                <a:gd name="connsiteY3" fmla="*/ 257866 h 3094664"/>
                <a:gd name="connsiteX4" fmla="*/ 15876 w 4440302"/>
                <a:gd name="connsiteY4" fmla="*/ 1462778 h 3094664"/>
                <a:gd name="connsiteX5" fmla="*/ 320370 w 4440302"/>
                <a:gd name="connsiteY5" fmla="*/ 2635709 h 3094664"/>
                <a:gd name="connsiteX6" fmla="*/ 1196976 w 4440302"/>
                <a:gd name="connsiteY6" fmla="*/ 3075678 h 3094664"/>
                <a:gd name="connsiteX7" fmla="*/ 2070101 w 4440302"/>
                <a:gd name="connsiteY7" fmla="*/ 2978840 h 3094664"/>
                <a:gd name="connsiteX8" fmla="*/ 2343151 w 4440302"/>
                <a:gd name="connsiteY8" fmla="*/ 2653403 h 3094664"/>
                <a:gd name="connsiteX9" fmla="*/ 2765427 w 4440302"/>
                <a:gd name="connsiteY9" fmla="*/ 2586729 h 3094664"/>
                <a:gd name="connsiteX10" fmla="*/ 3732213 w 4440302"/>
                <a:gd name="connsiteY10" fmla="*/ 2432740 h 3094664"/>
                <a:gd name="connsiteX11" fmla="*/ 4435476 w 4440302"/>
                <a:gd name="connsiteY11" fmla="*/ 1685028 h 3094664"/>
                <a:gd name="connsiteX0" fmla="*/ 4437780 w 4442606"/>
                <a:gd name="connsiteY0" fmla="*/ 1672931 h 3082567"/>
                <a:gd name="connsiteX1" fmla="*/ 3967880 w 4442606"/>
                <a:gd name="connsiteY1" fmla="*/ 510881 h 3082567"/>
                <a:gd name="connsiteX2" fmla="*/ 2583580 w 4442606"/>
                <a:gd name="connsiteY2" fmla="*/ 2881 h 3082567"/>
                <a:gd name="connsiteX3" fmla="*/ 723030 w 4442606"/>
                <a:gd name="connsiteY3" fmla="*/ 360069 h 3082567"/>
                <a:gd name="connsiteX4" fmla="*/ 18180 w 4442606"/>
                <a:gd name="connsiteY4" fmla="*/ 1450681 h 3082567"/>
                <a:gd name="connsiteX5" fmla="*/ 322674 w 4442606"/>
                <a:gd name="connsiteY5" fmla="*/ 2623612 h 3082567"/>
                <a:gd name="connsiteX6" fmla="*/ 1199280 w 4442606"/>
                <a:gd name="connsiteY6" fmla="*/ 3063581 h 3082567"/>
                <a:gd name="connsiteX7" fmla="*/ 2072405 w 4442606"/>
                <a:gd name="connsiteY7" fmla="*/ 2966743 h 3082567"/>
                <a:gd name="connsiteX8" fmla="*/ 2345455 w 4442606"/>
                <a:gd name="connsiteY8" fmla="*/ 2641306 h 3082567"/>
                <a:gd name="connsiteX9" fmla="*/ 2767731 w 4442606"/>
                <a:gd name="connsiteY9" fmla="*/ 2574632 h 3082567"/>
                <a:gd name="connsiteX10" fmla="*/ 3734517 w 4442606"/>
                <a:gd name="connsiteY10" fmla="*/ 2420643 h 3082567"/>
                <a:gd name="connsiteX11" fmla="*/ 4437780 w 4442606"/>
                <a:gd name="connsiteY11" fmla="*/ 1672931 h 3082567"/>
                <a:gd name="connsiteX0" fmla="*/ 4432672 w 4437498"/>
                <a:gd name="connsiteY0" fmla="*/ 1670166 h 3079802"/>
                <a:gd name="connsiteX1" fmla="*/ 3962772 w 4437498"/>
                <a:gd name="connsiteY1" fmla="*/ 508116 h 3079802"/>
                <a:gd name="connsiteX2" fmla="*/ 2578472 w 4437498"/>
                <a:gd name="connsiteY2" fmla="*/ 116 h 3079802"/>
                <a:gd name="connsiteX3" fmla="*/ 632197 w 4437498"/>
                <a:gd name="connsiteY3" fmla="*/ 471604 h 3079802"/>
                <a:gd name="connsiteX4" fmla="*/ 13072 w 4437498"/>
                <a:gd name="connsiteY4" fmla="*/ 1447916 h 3079802"/>
                <a:gd name="connsiteX5" fmla="*/ 317566 w 4437498"/>
                <a:gd name="connsiteY5" fmla="*/ 2620847 h 3079802"/>
                <a:gd name="connsiteX6" fmla="*/ 1194172 w 4437498"/>
                <a:gd name="connsiteY6" fmla="*/ 3060816 h 3079802"/>
                <a:gd name="connsiteX7" fmla="*/ 2067297 w 4437498"/>
                <a:gd name="connsiteY7" fmla="*/ 2963978 h 3079802"/>
                <a:gd name="connsiteX8" fmla="*/ 2340347 w 4437498"/>
                <a:gd name="connsiteY8" fmla="*/ 2638541 h 3079802"/>
                <a:gd name="connsiteX9" fmla="*/ 2762623 w 4437498"/>
                <a:gd name="connsiteY9" fmla="*/ 2571867 h 3079802"/>
                <a:gd name="connsiteX10" fmla="*/ 3729409 w 4437498"/>
                <a:gd name="connsiteY10" fmla="*/ 2417878 h 3079802"/>
                <a:gd name="connsiteX11" fmla="*/ 4432672 w 4437498"/>
                <a:gd name="connsiteY11" fmla="*/ 1670166 h 3079802"/>
                <a:gd name="connsiteX0" fmla="*/ 4432672 w 4437498"/>
                <a:gd name="connsiteY0" fmla="*/ 1670180 h 3079816"/>
                <a:gd name="connsiteX1" fmla="*/ 3962772 w 4437498"/>
                <a:gd name="connsiteY1" fmla="*/ 508130 h 3079816"/>
                <a:gd name="connsiteX2" fmla="*/ 2578472 w 4437498"/>
                <a:gd name="connsiteY2" fmla="*/ 130 h 3079816"/>
                <a:gd name="connsiteX3" fmla="*/ 632197 w 4437498"/>
                <a:gd name="connsiteY3" fmla="*/ 471618 h 3079816"/>
                <a:gd name="connsiteX4" fmla="*/ 13072 w 4437498"/>
                <a:gd name="connsiteY4" fmla="*/ 1447930 h 3079816"/>
                <a:gd name="connsiteX5" fmla="*/ 317566 w 4437498"/>
                <a:gd name="connsiteY5" fmla="*/ 2620861 h 3079816"/>
                <a:gd name="connsiteX6" fmla="*/ 1194172 w 4437498"/>
                <a:gd name="connsiteY6" fmla="*/ 3060830 h 3079816"/>
                <a:gd name="connsiteX7" fmla="*/ 2067297 w 4437498"/>
                <a:gd name="connsiteY7" fmla="*/ 2963992 h 3079816"/>
                <a:gd name="connsiteX8" fmla="*/ 2340347 w 4437498"/>
                <a:gd name="connsiteY8" fmla="*/ 2638555 h 3079816"/>
                <a:gd name="connsiteX9" fmla="*/ 2762623 w 4437498"/>
                <a:gd name="connsiteY9" fmla="*/ 2571881 h 3079816"/>
                <a:gd name="connsiteX10" fmla="*/ 3729409 w 4437498"/>
                <a:gd name="connsiteY10" fmla="*/ 2417892 h 3079816"/>
                <a:gd name="connsiteX11" fmla="*/ 4432672 w 4437498"/>
                <a:gd name="connsiteY11" fmla="*/ 1670180 h 3079816"/>
                <a:gd name="connsiteX0" fmla="*/ 4432672 w 4437498"/>
                <a:gd name="connsiteY0" fmla="*/ 1671681 h 3081317"/>
                <a:gd name="connsiteX1" fmla="*/ 3962772 w 4437498"/>
                <a:gd name="connsiteY1" fmla="*/ 509631 h 3081317"/>
                <a:gd name="connsiteX2" fmla="*/ 2578472 w 4437498"/>
                <a:gd name="connsiteY2" fmla="*/ 1631 h 3081317"/>
                <a:gd name="connsiteX3" fmla="*/ 632197 w 4437498"/>
                <a:gd name="connsiteY3" fmla="*/ 396919 h 3081317"/>
                <a:gd name="connsiteX4" fmla="*/ 13072 w 4437498"/>
                <a:gd name="connsiteY4" fmla="*/ 1449431 h 3081317"/>
                <a:gd name="connsiteX5" fmla="*/ 317566 w 4437498"/>
                <a:gd name="connsiteY5" fmla="*/ 2622362 h 3081317"/>
                <a:gd name="connsiteX6" fmla="*/ 1194172 w 4437498"/>
                <a:gd name="connsiteY6" fmla="*/ 3062331 h 3081317"/>
                <a:gd name="connsiteX7" fmla="*/ 2067297 w 4437498"/>
                <a:gd name="connsiteY7" fmla="*/ 2965493 h 3081317"/>
                <a:gd name="connsiteX8" fmla="*/ 2340347 w 4437498"/>
                <a:gd name="connsiteY8" fmla="*/ 2640056 h 3081317"/>
                <a:gd name="connsiteX9" fmla="*/ 2762623 w 4437498"/>
                <a:gd name="connsiteY9" fmla="*/ 2573382 h 3081317"/>
                <a:gd name="connsiteX10" fmla="*/ 3729409 w 4437498"/>
                <a:gd name="connsiteY10" fmla="*/ 2419393 h 3081317"/>
                <a:gd name="connsiteX11" fmla="*/ 4432672 w 4437498"/>
                <a:gd name="connsiteY11" fmla="*/ 1671681 h 3081317"/>
                <a:gd name="connsiteX0" fmla="*/ 4433980 w 4438806"/>
                <a:gd name="connsiteY0" fmla="*/ 1671681 h 3080666"/>
                <a:gd name="connsiteX1" fmla="*/ 3964080 w 4438806"/>
                <a:gd name="connsiteY1" fmla="*/ 509631 h 3080666"/>
                <a:gd name="connsiteX2" fmla="*/ 2579780 w 4438806"/>
                <a:gd name="connsiteY2" fmla="*/ 1631 h 3080666"/>
                <a:gd name="connsiteX3" fmla="*/ 633505 w 4438806"/>
                <a:gd name="connsiteY3" fmla="*/ 396919 h 3080666"/>
                <a:gd name="connsiteX4" fmla="*/ 14380 w 4438806"/>
                <a:gd name="connsiteY4" fmla="*/ 1449431 h 3080666"/>
                <a:gd name="connsiteX5" fmla="*/ 309349 w 4438806"/>
                <a:gd name="connsiteY5" fmla="*/ 2631887 h 3080666"/>
                <a:gd name="connsiteX6" fmla="*/ 1195480 w 4438806"/>
                <a:gd name="connsiteY6" fmla="*/ 3062331 h 3080666"/>
                <a:gd name="connsiteX7" fmla="*/ 2068605 w 4438806"/>
                <a:gd name="connsiteY7" fmla="*/ 2965493 h 3080666"/>
                <a:gd name="connsiteX8" fmla="*/ 2341655 w 4438806"/>
                <a:gd name="connsiteY8" fmla="*/ 2640056 h 3080666"/>
                <a:gd name="connsiteX9" fmla="*/ 2763931 w 4438806"/>
                <a:gd name="connsiteY9" fmla="*/ 2573382 h 3080666"/>
                <a:gd name="connsiteX10" fmla="*/ 3730717 w 4438806"/>
                <a:gd name="connsiteY10" fmla="*/ 2419393 h 3080666"/>
                <a:gd name="connsiteX11" fmla="*/ 4433980 w 4438806"/>
                <a:gd name="connsiteY11" fmla="*/ 1671681 h 3080666"/>
                <a:gd name="connsiteX0" fmla="*/ 4433980 w 4438806"/>
                <a:gd name="connsiteY0" fmla="*/ 1671961 h 3080946"/>
                <a:gd name="connsiteX1" fmla="*/ 3964080 w 4438806"/>
                <a:gd name="connsiteY1" fmla="*/ 509911 h 3080946"/>
                <a:gd name="connsiteX2" fmla="*/ 2579780 w 4438806"/>
                <a:gd name="connsiteY2" fmla="*/ 1911 h 3080946"/>
                <a:gd name="connsiteX3" fmla="*/ 633505 w 4438806"/>
                <a:gd name="connsiteY3" fmla="*/ 397199 h 3080946"/>
                <a:gd name="connsiteX4" fmla="*/ 14380 w 4438806"/>
                <a:gd name="connsiteY4" fmla="*/ 1449711 h 3080946"/>
                <a:gd name="connsiteX5" fmla="*/ 309349 w 4438806"/>
                <a:gd name="connsiteY5" fmla="*/ 2632167 h 3080946"/>
                <a:gd name="connsiteX6" fmla="*/ 1195480 w 4438806"/>
                <a:gd name="connsiteY6" fmla="*/ 3062611 h 3080946"/>
                <a:gd name="connsiteX7" fmla="*/ 2068605 w 4438806"/>
                <a:gd name="connsiteY7" fmla="*/ 2965773 h 3080946"/>
                <a:gd name="connsiteX8" fmla="*/ 2341655 w 4438806"/>
                <a:gd name="connsiteY8" fmla="*/ 2640336 h 3080946"/>
                <a:gd name="connsiteX9" fmla="*/ 2763931 w 4438806"/>
                <a:gd name="connsiteY9" fmla="*/ 2573662 h 3080946"/>
                <a:gd name="connsiteX10" fmla="*/ 3730717 w 4438806"/>
                <a:gd name="connsiteY10" fmla="*/ 2419673 h 3080946"/>
                <a:gd name="connsiteX11" fmla="*/ 4433980 w 4438806"/>
                <a:gd name="connsiteY11" fmla="*/ 1671961 h 3080946"/>
                <a:gd name="connsiteX0" fmla="*/ 4435131 w 4439957"/>
                <a:gd name="connsiteY0" fmla="*/ 1671169 h 3080154"/>
                <a:gd name="connsiteX1" fmla="*/ 3965231 w 4439957"/>
                <a:gd name="connsiteY1" fmla="*/ 509119 h 3080154"/>
                <a:gd name="connsiteX2" fmla="*/ 2580931 w 4439957"/>
                <a:gd name="connsiteY2" fmla="*/ 1119 h 3080154"/>
                <a:gd name="connsiteX3" fmla="*/ 653706 w 4439957"/>
                <a:gd name="connsiteY3" fmla="*/ 418632 h 3080154"/>
                <a:gd name="connsiteX4" fmla="*/ 15531 w 4439957"/>
                <a:gd name="connsiteY4" fmla="*/ 1448919 h 3080154"/>
                <a:gd name="connsiteX5" fmla="*/ 310500 w 4439957"/>
                <a:gd name="connsiteY5" fmla="*/ 2631375 h 3080154"/>
                <a:gd name="connsiteX6" fmla="*/ 1196631 w 4439957"/>
                <a:gd name="connsiteY6" fmla="*/ 3061819 h 3080154"/>
                <a:gd name="connsiteX7" fmla="*/ 2069756 w 4439957"/>
                <a:gd name="connsiteY7" fmla="*/ 2964981 h 3080154"/>
                <a:gd name="connsiteX8" fmla="*/ 2342806 w 4439957"/>
                <a:gd name="connsiteY8" fmla="*/ 2639544 h 3080154"/>
                <a:gd name="connsiteX9" fmla="*/ 2765082 w 4439957"/>
                <a:gd name="connsiteY9" fmla="*/ 2572870 h 3080154"/>
                <a:gd name="connsiteX10" fmla="*/ 3731868 w 4439957"/>
                <a:gd name="connsiteY10" fmla="*/ 2418881 h 3080154"/>
                <a:gd name="connsiteX11" fmla="*/ 4435131 w 4439957"/>
                <a:gd name="connsiteY11" fmla="*/ 1671169 h 308015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65082 w 4439957"/>
                <a:gd name="connsiteY9" fmla="*/ 2572870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33281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33281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39957" h="3078694">
                  <a:moveTo>
                    <a:pt x="4435131" y="1671169"/>
                  </a:moveTo>
                  <a:cubicBezTo>
                    <a:pt x="4474025" y="1352875"/>
                    <a:pt x="4274264" y="787461"/>
                    <a:pt x="3965231" y="509119"/>
                  </a:cubicBezTo>
                  <a:cubicBezTo>
                    <a:pt x="3656198" y="230777"/>
                    <a:pt x="3132852" y="16200"/>
                    <a:pt x="2580931" y="1119"/>
                  </a:cubicBezTo>
                  <a:cubicBezTo>
                    <a:pt x="2029010" y="-13962"/>
                    <a:pt x="1100323" y="123357"/>
                    <a:pt x="653706" y="418632"/>
                  </a:cubicBezTo>
                  <a:cubicBezTo>
                    <a:pt x="207089" y="713907"/>
                    <a:pt x="72732" y="1080129"/>
                    <a:pt x="15531" y="1448919"/>
                  </a:cubicBezTo>
                  <a:cubicBezTo>
                    <a:pt x="-41670" y="1817710"/>
                    <a:pt x="59674" y="2318108"/>
                    <a:pt x="310500" y="2631375"/>
                  </a:cubicBezTo>
                  <a:cubicBezTo>
                    <a:pt x="647050" y="2954167"/>
                    <a:pt x="903422" y="3006218"/>
                    <a:pt x="1196631" y="3061819"/>
                  </a:cubicBezTo>
                  <a:cubicBezTo>
                    <a:pt x="1489840" y="3117420"/>
                    <a:pt x="1880314" y="3022660"/>
                    <a:pt x="2069756" y="2964981"/>
                  </a:cubicBezTo>
                  <a:cubicBezTo>
                    <a:pt x="2259198" y="2907302"/>
                    <a:pt x="2257875" y="2783080"/>
                    <a:pt x="2333281" y="2715744"/>
                  </a:cubicBezTo>
                  <a:cubicBezTo>
                    <a:pt x="2408687" y="2648408"/>
                    <a:pt x="2569289" y="2645365"/>
                    <a:pt x="2750794" y="2660977"/>
                  </a:cubicBezTo>
                  <a:cubicBezTo>
                    <a:pt x="3037073" y="2664682"/>
                    <a:pt x="3451145" y="2583849"/>
                    <a:pt x="3731868" y="2418881"/>
                  </a:cubicBezTo>
                  <a:cubicBezTo>
                    <a:pt x="4012591" y="2253913"/>
                    <a:pt x="4396237" y="1989463"/>
                    <a:pt x="4435131" y="1671169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5005387" y="2671763"/>
              <a:ext cx="180976" cy="207168"/>
            </a:xfrm>
            <a:custGeom>
              <a:avLst/>
              <a:gdLst>
                <a:gd name="connsiteX0" fmla="*/ 233362 w 233362"/>
                <a:gd name="connsiteY0" fmla="*/ 288131 h 288131"/>
                <a:gd name="connsiteX1" fmla="*/ 104775 w 233362"/>
                <a:gd name="connsiteY1" fmla="*/ 111918 h 288131"/>
                <a:gd name="connsiteX2" fmla="*/ 0 w 233362"/>
                <a:gd name="connsiteY2" fmla="*/ 0 h 288131"/>
                <a:gd name="connsiteX0" fmla="*/ 235744 w 235744"/>
                <a:gd name="connsiteY0" fmla="*/ 288131 h 288131"/>
                <a:gd name="connsiteX1" fmla="*/ 107157 w 235744"/>
                <a:gd name="connsiteY1" fmla="*/ 111918 h 288131"/>
                <a:gd name="connsiteX2" fmla="*/ 0 w 235744"/>
                <a:gd name="connsiteY2" fmla="*/ 0 h 288131"/>
                <a:gd name="connsiteX0" fmla="*/ 180976 w 180976"/>
                <a:gd name="connsiteY0" fmla="*/ 207168 h 207168"/>
                <a:gd name="connsiteX1" fmla="*/ 107157 w 180976"/>
                <a:gd name="connsiteY1" fmla="*/ 111918 h 207168"/>
                <a:gd name="connsiteX2" fmla="*/ 0 w 180976"/>
                <a:gd name="connsiteY2" fmla="*/ 0 h 207168"/>
                <a:gd name="connsiteX0" fmla="*/ 180976 w 180976"/>
                <a:gd name="connsiteY0" fmla="*/ 207168 h 207168"/>
                <a:gd name="connsiteX1" fmla="*/ 102395 w 180976"/>
                <a:gd name="connsiteY1" fmla="*/ 102393 h 207168"/>
                <a:gd name="connsiteX2" fmla="*/ 0 w 180976"/>
                <a:gd name="connsiteY2" fmla="*/ 0 h 20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976" h="207168">
                  <a:moveTo>
                    <a:pt x="180976" y="207168"/>
                  </a:moveTo>
                  <a:cubicBezTo>
                    <a:pt x="136129" y="143072"/>
                    <a:pt x="132558" y="136921"/>
                    <a:pt x="102395" y="102393"/>
                  </a:cubicBezTo>
                  <a:cubicBezTo>
                    <a:pt x="72232" y="67865"/>
                    <a:pt x="32940" y="31948"/>
                    <a:pt x="0" y="0"/>
                  </a:cubicBezTo>
                </a:path>
              </a:pathLst>
            </a:custGeom>
            <a:noFill/>
            <a:ln w="22225">
              <a:solidFill>
                <a:srgbClr val="00B05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1752600" y="3505200"/>
              <a:ext cx="1066800" cy="106680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2" name="Arc 21"/>
            <p:cNvSpPr/>
            <p:nvPr/>
          </p:nvSpPr>
          <p:spPr>
            <a:xfrm rot="2882581">
              <a:off x="1752600" y="3505200"/>
              <a:ext cx="1066800" cy="1066800"/>
            </a:xfrm>
            <a:prstGeom prst="arc">
              <a:avLst>
                <a:gd name="adj1" fmla="val 16200000"/>
                <a:gd name="adj2" fmla="val 17482673"/>
              </a:avLst>
            </a:prstGeom>
            <a:ln w="12700">
              <a:solidFill>
                <a:srgbClr val="00B0F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232000" y="3984600"/>
              <a:ext cx="108000" cy="1080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762125" y="4038600"/>
                  <a:ext cx="9906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2125" y="4038600"/>
                  <a:ext cx="990600" cy="49244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497376" y="3326279"/>
                  <a:ext cx="9906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zh-HK" altLang="en-US" sz="26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7376" y="3326279"/>
                  <a:ext cx="990600" cy="49244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5252309" y="2425541"/>
                  <a:ext cx="519112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309" y="2425541"/>
                  <a:ext cx="519112" cy="4924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/>
          <p:cNvGrpSpPr/>
          <p:nvPr/>
        </p:nvGrpSpPr>
        <p:grpSpPr>
          <a:xfrm>
            <a:off x="1051574" y="1927693"/>
            <a:ext cx="4719847" cy="3324989"/>
            <a:chOff x="5491531" y="-149045"/>
            <a:chExt cx="4719847" cy="3324989"/>
          </a:xfrm>
        </p:grpSpPr>
        <p:sp>
          <p:nvSpPr>
            <p:cNvPr id="28" name="Freeform 27"/>
            <p:cNvSpPr/>
            <p:nvPr/>
          </p:nvSpPr>
          <p:spPr>
            <a:xfrm>
              <a:off x="5491531" y="97250"/>
              <a:ext cx="4439485" cy="3078694"/>
            </a:xfrm>
            <a:custGeom>
              <a:avLst/>
              <a:gdLst>
                <a:gd name="connsiteX0" fmla="*/ 4419905 w 4421725"/>
                <a:gd name="connsiteY0" fmla="*/ 1806808 h 3237605"/>
                <a:gd name="connsiteX1" fmla="*/ 3950005 w 4421725"/>
                <a:gd name="connsiteY1" fmla="*/ 549508 h 3237605"/>
                <a:gd name="connsiteX2" fmla="*/ 2565705 w 4421725"/>
                <a:gd name="connsiteY2" fmla="*/ 41508 h 3237605"/>
                <a:gd name="connsiteX3" fmla="*/ 800405 w 4421725"/>
                <a:gd name="connsiteY3" fmla="*/ 193908 h 3237605"/>
                <a:gd name="connsiteX4" fmla="*/ 305 w 4421725"/>
                <a:gd name="connsiteY4" fmla="*/ 1489308 h 3237605"/>
                <a:gd name="connsiteX5" fmla="*/ 876605 w 4421725"/>
                <a:gd name="connsiteY5" fmla="*/ 3140308 h 3237605"/>
                <a:gd name="connsiteX6" fmla="*/ 2083105 w 4421725"/>
                <a:gd name="connsiteY6" fmla="*/ 3000608 h 3237605"/>
                <a:gd name="connsiteX7" fmla="*/ 2375205 w 4421725"/>
                <a:gd name="connsiteY7" fmla="*/ 2632308 h 3237605"/>
                <a:gd name="connsiteX8" fmla="*/ 2959405 w 4421725"/>
                <a:gd name="connsiteY8" fmla="*/ 2479908 h 3237605"/>
                <a:gd name="connsiteX9" fmla="*/ 4064305 w 4421725"/>
                <a:gd name="connsiteY9" fmla="*/ 2340208 h 3237605"/>
                <a:gd name="connsiteX10" fmla="*/ 4419905 w 4421725"/>
                <a:gd name="connsiteY10" fmla="*/ 1806808 h 3237605"/>
                <a:gd name="connsiteX0" fmla="*/ 4419905 w 4422132"/>
                <a:gd name="connsiteY0" fmla="*/ 1806808 h 3237605"/>
                <a:gd name="connsiteX1" fmla="*/ 3950005 w 4422132"/>
                <a:gd name="connsiteY1" fmla="*/ 549508 h 3237605"/>
                <a:gd name="connsiteX2" fmla="*/ 2565705 w 4422132"/>
                <a:gd name="connsiteY2" fmla="*/ 41508 h 3237605"/>
                <a:gd name="connsiteX3" fmla="*/ 800405 w 4422132"/>
                <a:gd name="connsiteY3" fmla="*/ 193908 h 3237605"/>
                <a:gd name="connsiteX4" fmla="*/ 305 w 4422132"/>
                <a:gd name="connsiteY4" fmla="*/ 1489308 h 3237605"/>
                <a:gd name="connsiteX5" fmla="*/ 876605 w 4422132"/>
                <a:gd name="connsiteY5" fmla="*/ 3140308 h 3237605"/>
                <a:gd name="connsiteX6" fmla="*/ 2083105 w 4422132"/>
                <a:gd name="connsiteY6" fmla="*/ 3000608 h 3237605"/>
                <a:gd name="connsiteX7" fmla="*/ 2375205 w 4422132"/>
                <a:gd name="connsiteY7" fmla="*/ 2632308 h 3237605"/>
                <a:gd name="connsiteX8" fmla="*/ 2783193 w 4422132"/>
                <a:gd name="connsiteY8" fmla="*/ 2560871 h 3237605"/>
                <a:gd name="connsiteX9" fmla="*/ 4064305 w 4422132"/>
                <a:gd name="connsiteY9" fmla="*/ 2340208 h 3237605"/>
                <a:gd name="connsiteX10" fmla="*/ 4419905 w 4422132"/>
                <a:gd name="connsiteY10" fmla="*/ 1806808 h 3237605"/>
                <a:gd name="connsiteX0" fmla="*/ 4419905 w 4424731"/>
                <a:gd name="connsiteY0" fmla="*/ 1806808 h 3237605"/>
                <a:gd name="connsiteX1" fmla="*/ 3950005 w 4424731"/>
                <a:gd name="connsiteY1" fmla="*/ 549508 h 3237605"/>
                <a:gd name="connsiteX2" fmla="*/ 2565705 w 4424731"/>
                <a:gd name="connsiteY2" fmla="*/ 41508 h 3237605"/>
                <a:gd name="connsiteX3" fmla="*/ 800405 w 4424731"/>
                <a:gd name="connsiteY3" fmla="*/ 193908 h 3237605"/>
                <a:gd name="connsiteX4" fmla="*/ 305 w 4424731"/>
                <a:gd name="connsiteY4" fmla="*/ 1489308 h 3237605"/>
                <a:gd name="connsiteX5" fmla="*/ 876605 w 4424731"/>
                <a:gd name="connsiteY5" fmla="*/ 3140308 h 3237605"/>
                <a:gd name="connsiteX6" fmla="*/ 2083105 w 4424731"/>
                <a:gd name="connsiteY6" fmla="*/ 3000608 h 3237605"/>
                <a:gd name="connsiteX7" fmla="*/ 2375205 w 4424731"/>
                <a:gd name="connsiteY7" fmla="*/ 2632308 h 3237605"/>
                <a:gd name="connsiteX8" fmla="*/ 2783193 w 4424731"/>
                <a:gd name="connsiteY8" fmla="*/ 2560871 h 3237605"/>
                <a:gd name="connsiteX9" fmla="*/ 3716642 w 4424731"/>
                <a:gd name="connsiteY9" fmla="*/ 2459270 h 3237605"/>
                <a:gd name="connsiteX10" fmla="*/ 4419905 w 4424731"/>
                <a:gd name="connsiteY10" fmla="*/ 1806808 h 3237605"/>
                <a:gd name="connsiteX0" fmla="*/ 4419905 w 4424731"/>
                <a:gd name="connsiteY0" fmla="*/ 1711558 h 3237605"/>
                <a:gd name="connsiteX1" fmla="*/ 3950005 w 4424731"/>
                <a:gd name="connsiteY1" fmla="*/ 549508 h 3237605"/>
                <a:gd name="connsiteX2" fmla="*/ 2565705 w 4424731"/>
                <a:gd name="connsiteY2" fmla="*/ 41508 h 3237605"/>
                <a:gd name="connsiteX3" fmla="*/ 800405 w 4424731"/>
                <a:gd name="connsiteY3" fmla="*/ 193908 h 3237605"/>
                <a:gd name="connsiteX4" fmla="*/ 305 w 4424731"/>
                <a:gd name="connsiteY4" fmla="*/ 1489308 h 3237605"/>
                <a:gd name="connsiteX5" fmla="*/ 876605 w 4424731"/>
                <a:gd name="connsiteY5" fmla="*/ 3140308 h 3237605"/>
                <a:gd name="connsiteX6" fmla="*/ 2083105 w 4424731"/>
                <a:gd name="connsiteY6" fmla="*/ 3000608 h 3237605"/>
                <a:gd name="connsiteX7" fmla="*/ 2375205 w 4424731"/>
                <a:gd name="connsiteY7" fmla="*/ 2632308 h 3237605"/>
                <a:gd name="connsiteX8" fmla="*/ 2783193 w 4424731"/>
                <a:gd name="connsiteY8" fmla="*/ 2560871 h 3237605"/>
                <a:gd name="connsiteX9" fmla="*/ 3716642 w 4424731"/>
                <a:gd name="connsiteY9" fmla="*/ 2459270 h 3237605"/>
                <a:gd name="connsiteX10" fmla="*/ 4419905 w 4424731"/>
                <a:gd name="connsiteY10" fmla="*/ 1711558 h 3237605"/>
                <a:gd name="connsiteX0" fmla="*/ 4420637 w 4425463"/>
                <a:gd name="connsiteY0" fmla="*/ 1685948 h 3211995"/>
                <a:gd name="connsiteX1" fmla="*/ 3950737 w 4425463"/>
                <a:gd name="connsiteY1" fmla="*/ 523898 h 3211995"/>
                <a:gd name="connsiteX2" fmla="*/ 2566437 w 4425463"/>
                <a:gd name="connsiteY2" fmla="*/ 15898 h 3211995"/>
                <a:gd name="connsiteX3" fmla="*/ 743987 w 4425463"/>
                <a:gd name="connsiteY3" fmla="*/ 254023 h 3211995"/>
                <a:gd name="connsiteX4" fmla="*/ 1037 w 4425463"/>
                <a:gd name="connsiteY4" fmla="*/ 1463698 h 3211995"/>
                <a:gd name="connsiteX5" fmla="*/ 877337 w 4425463"/>
                <a:gd name="connsiteY5" fmla="*/ 3114698 h 3211995"/>
                <a:gd name="connsiteX6" fmla="*/ 2083837 w 4425463"/>
                <a:gd name="connsiteY6" fmla="*/ 2974998 h 3211995"/>
                <a:gd name="connsiteX7" fmla="*/ 2375937 w 4425463"/>
                <a:gd name="connsiteY7" fmla="*/ 2606698 h 3211995"/>
                <a:gd name="connsiteX8" fmla="*/ 2783925 w 4425463"/>
                <a:gd name="connsiteY8" fmla="*/ 2535261 h 3211995"/>
                <a:gd name="connsiteX9" fmla="*/ 3717374 w 4425463"/>
                <a:gd name="connsiteY9" fmla="*/ 2433660 h 3211995"/>
                <a:gd name="connsiteX10" fmla="*/ 4420637 w 4425463"/>
                <a:gd name="connsiteY10" fmla="*/ 1685948 h 3211995"/>
                <a:gd name="connsiteX0" fmla="*/ 4429528 w 4434354"/>
                <a:gd name="connsiteY0" fmla="*/ 1685948 h 3134836"/>
                <a:gd name="connsiteX1" fmla="*/ 3959628 w 4434354"/>
                <a:gd name="connsiteY1" fmla="*/ 523898 h 3134836"/>
                <a:gd name="connsiteX2" fmla="*/ 2575328 w 4434354"/>
                <a:gd name="connsiteY2" fmla="*/ 15898 h 3134836"/>
                <a:gd name="connsiteX3" fmla="*/ 752878 w 4434354"/>
                <a:gd name="connsiteY3" fmla="*/ 254023 h 3134836"/>
                <a:gd name="connsiteX4" fmla="*/ 9928 w 4434354"/>
                <a:gd name="connsiteY4" fmla="*/ 1463698 h 3134836"/>
                <a:gd name="connsiteX5" fmla="*/ 362047 w 4434354"/>
                <a:gd name="connsiteY5" fmla="*/ 2560428 h 3134836"/>
                <a:gd name="connsiteX6" fmla="*/ 886228 w 4434354"/>
                <a:gd name="connsiteY6" fmla="*/ 3114698 h 3134836"/>
                <a:gd name="connsiteX7" fmla="*/ 2092728 w 4434354"/>
                <a:gd name="connsiteY7" fmla="*/ 2974998 h 3134836"/>
                <a:gd name="connsiteX8" fmla="*/ 2384828 w 4434354"/>
                <a:gd name="connsiteY8" fmla="*/ 2606698 h 3134836"/>
                <a:gd name="connsiteX9" fmla="*/ 2792816 w 4434354"/>
                <a:gd name="connsiteY9" fmla="*/ 2535261 h 3134836"/>
                <a:gd name="connsiteX10" fmla="*/ 3726265 w 4434354"/>
                <a:gd name="connsiteY10" fmla="*/ 2433660 h 3134836"/>
                <a:gd name="connsiteX11" fmla="*/ 4429528 w 4434354"/>
                <a:gd name="connsiteY11" fmla="*/ 1685948 h 3134836"/>
                <a:gd name="connsiteX0" fmla="*/ 4428637 w 4433463"/>
                <a:gd name="connsiteY0" fmla="*/ 1685948 h 3134836"/>
                <a:gd name="connsiteX1" fmla="*/ 3958737 w 4433463"/>
                <a:gd name="connsiteY1" fmla="*/ 523898 h 3134836"/>
                <a:gd name="connsiteX2" fmla="*/ 2574437 w 4433463"/>
                <a:gd name="connsiteY2" fmla="*/ 15898 h 3134836"/>
                <a:gd name="connsiteX3" fmla="*/ 751987 w 4433463"/>
                <a:gd name="connsiteY3" fmla="*/ 254023 h 3134836"/>
                <a:gd name="connsiteX4" fmla="*/ 9037 w 4433463"/>
                <a:gd name="connsiteY4" fmla="*/ 1463698 h 3134836"/>
                <a:gd name="connsiteX5" fmla="*/ 361156 w 4433463"/>
                <a:gd name="connsiteY5" fmla="*/ 2560428 h 3134836"/>
                <a:gd name="connsiteX6" fmla="*/ 885337 w 4433463"/>
                <a:gd name="connsiteY6" fmla="*/ 3114698 h 3134836"/>
                <a:gd name="connsiteX7" fmla="*/ 2091837 w 4433463"/>
                <a:gd name="connsiteY7" fmla="*/ 2974998 h 3134836"/>
                <a:gd name="connsiteX8" fmla="*/ 2383937 w 4433463"/>
                <a:gd name="connsiteY8" fmla="*/ 2606698 h 3134836"/>
                <a:gd name="connsiteX9" fmla="*/ 2791925 w 4433463"/>
                <a:gd name="connsiteY9" fmla="*/ 2535261 h 3134836"/>
                <a:gd name="connsiteX10" fmla="*/ 3725374 w 4433463"/>
                <a:gd name="connsiteY10" fmla="*/ 2433660 h 3134836"/>
                <a:gd name="connsiteX11" fmla="*/ 4428637 w 4433463"/>
                <a:gd name="connsiteY11" fmla="*/ 1685948 h 3134836"/>
                <a:gd name="connsiteX0" fmla="*/ 4431373 w 4436199"/>
                <a:gd name="connsiteY0" fmla="*/ 1685948 h 3130299"/>
                <a:gd name="connsiteX1" fmla="*/ 3961473 w 4436199"/>
                <a:gd name="connsiteY1" fmla="*/ 523898 h 3130299"/>
                <a:gd name="connsiteX2" fmla="*/ 2577173 w 4436199"/>
                <a:gd name="connsiteY2" fmla="*/ 15898 h 3130299"/>
                <a:gd name="connsiteX3" fmla="*/ 754723 w 4436199"/>
                <a:gd name="connsiteY3" fmla="*/ 254023 h 3130299"/>
                <a:gd name="connsiteX4" fmla="*/ 11773 w 4436199"/>
                <a:gd name="connsiteY4" fmla="*/ 1463698 h 3130299"/>
                <a:gd name="connsiteX5" fmla="*/ 325792 w 4436199"/>
                <a:gd name="connsiteY5" fmla="*/ 2631866 h 3130299"/>
                <a:gd name="connsiteX6" fmla="*/ 888073 w 4436199"/>
                <a:gd name="connsiteY6" fmla="*/ 3114698 h 3130299"/>
                <a:gd name="connsiteX7" fmla="*/ 2094573 w 4436199"/>
                <a:gd name="connsiteY7" fmla="*/ 2974998 h 3130299"/>
                <a:gd name="connsiteX8" fmla="*/ 2386673 w 4436199"/>
                <a:gd name="connsiteY8" fmla="*/ 2606698 h 3130299"/>
                <a:gd name="connsiteX9" fmla="*/ 2794661 w 4436199"/>
                <a:gd name="connsiteY9" fmla="*/ 2535261 h 3130299"/>
                <a:gd name="connsiteX10" fmla="*/ 3728110 w 4436199"/>
                <a:gd name="connsiteY10" fmla="*/ 2433660 h 3130299"/>
                <a:gd name="connsiteX11" fmla="*/ 4431373 w 4436199"/>
                <a:gd name="connsiteY11" fmla="*/ 1685948 h 3130299"/>
                <a:gd name="connsiteX0" fmla="*/ 4431373 w 4436199"/>
                <a:gd name="connsiteY0" fmla="*/ 1685948 h 3095924"/>
                <a:gd name="connsiteX1" fmla="*/ 3961473 w 4436199"/>
                <a:gd name="connsiteY1" fmla="*/ 523898 h 3095924"/>
                <a:gd name="connsiteX2" fmla="*/ 2577173 w 4436199"/>
                <a:gd name="connsiteY2" fmla="*/ 15898 h 3095924"/>
                <a:gd name="connsiteX3" fmla="*/ 754723 w 4436199"/>
                <a:gd name="connsiteY3" fmla="*/ 254023 h 3095924"/>
                <a:gd name="connsiteX4" fmla="*/ 11773 w 4436199"/>
                <a:gd name="connsiteY4" fmla="*/ 1463698 h 3095924"/>
                <a:gd name="connsiteX5" fmla="*/ 325792 w 4436199"/>
                <a:gd name="connsiteY5" fmla="*/ 2631866 h 3095924"/>
                <a:gd name="connsiteX6" fmla="*/ 1192873 w 4436199"/>
                <a:gd name="connsiteY6" fmla="*/ 3076598 h 3095924"/>
                <a:gd name="connsiteX7" fmla="*/ 2094573 w 4436199"/>
                <a:gd name="connsiteY7" fmla="*/ 2974998 h 3095924"/>
                <a:gd name="connsiteX8" fmla="*/ 2386673 w 4436199"/>
                <a:gd name="connsiteY8" fmla="*/ 2606698 h 3095924"/>
                <a:gd name="connsiteX9" fmla="*/ 2794661 w 4436199"/>
                <a:gd name="connsiteY9" fmla="*/ 2535261 h 3095924"/>
                <a:gd name="connsiteX10" fmla="*/ 3728110 w 4436199"/>
                <a:gd name="connsiteY10" fmla="*/ 2433660 h 3095924"/>
                <a:gd name="connsiteX11" fmla="*/ 4431373 w 4436199"/>
                <a:gd name="connsiteY11" fmla="*/ 1685948 h 3095924"/>
                <a:gd name="connsiteX0" fmla="*/ 4429266 w 4434092"/>
                <a:gd name="connsiteY0" fmla="*/ 1685948 h 3096580"/>
                <a:gd name="connsiteX1" fmla="*/ 3959366 w 4434092"/>
                <a:gd name="connsiteY1" fmla="*/ 523898 h 3096580"/>
                <a:gd name="connsiteX2" fmla="*/ 2575066 w 4434092"/>
                <a:gd name="connsiteY2" fmla="*/ 15898 h 3096580"/>
                <a:gd name="connsiteX3" fmla="*/ 752616 w 4434092"/>
                <a:gd name="connsiteY3" fmla="*/ 254023 h 3096580"/>
                <a:gd name="connsiteX4" fmla="*/ 9666 w 4434092"/>
                <a:gd name="connsiteY4" fmla="*/ 1463698 h 3096580"/>
                <a:gd name="connsiteX5" fmla="*/ 352260 w 4434092"/>
                <a:gd name="connsiteY5" fmla="*/ 2622341 h 3096580"/>
                <a:gd name="connsiteX6" fmla="*/ 1190766 w 4434092"/>
                <a:gd name="connsiteY6" fmla="*/ 3076598 h 3096580"/>
                <a:gd name="connsiteX7" fmla="*/ 2092466 w 4434092"/>
                <a:gd name="connsiteY7" fmla="*/ 2974998 h 3096580"/>
                <a:gd name="connsiteX8" fmla="*/ 2384566 w 4434092"/>
                <a:gd name="connsiteY8" fmla="*/ 2606698 h 3096580"/>
                <a:gd name="connsiteX9" fmla="*/ 2792554 w 4434092"/>
                <a:gd name="connsiteY9" fmla="*/ 2535261 h 3096580"/>
                <a:gd name="connsiteX10" fmla="*/ 3726003 w 4434092"/>
                <a:gd name="connsiteY10" fmla="*/ 2433660 h 3096580"/>
                <a:gd name="connsiteX11" fmla="*/ 4429266 w 4434092"/>
                <a:gd name="connsiteY11" fmla="*/ 1685948 h 3096580"/>
                <a:gd name="connsiteX0" fmla="*/ 4429266 w 4434092"/>
                <a:gd name="connsiteY0" fmla="*/ 1685948 h 3096580"/>
                <a:gd name="connsiteX1" fmla="*/ 3959366 w 4434092"/>
                <a:gd name="connsiteY1" fmla="*/ 523898 h 3096580"/>
                <a:gd name="connsiteX2" fmla="*/ 2575066 w 4434092"/>
                <a:gd name="connsiteY2" fmla="*/ 15898 h 3096580"/>
                <a:gd name="connsiteX3" fmla="*/ 752616 w 4434092"/>
                <a:gd name="connsiteY3" fmla="*/ 254023 h 3096580"/>
                <a:gd name="connsiteX4" fmla="*/ 9666 w 4434092"/>
                <a:gd name="connsiteY4" fmla="*/ 1463698 h 3096580"/>
                <a:gd name="connsiteX5" fmla="*/ 352260 w 4434092"/>
                <a:gd name="connsiteY5" fmla="*/ 2622341 h 3096580"/>
                <a:gd name="connsiteX6" fmla="*/ 1190766 w 4434092"/>
                <a:gd name="connsiteY6" fmla="*/ 3076598 h 3096580"/>
                <a:gd name="connsiteX7" fmla="*/ 2092466 w 4434092"/>
                <a:gd name="connsiteY7" fmla="*/ 2974998 h 3096580"/>
                <a:gd name="connsiteX8" fmla="*/ 2384566 w 4434092"/>
                <a:gd name="connsiteY8" fmla="*/ 2606698 h 3096580"/>
                <a:gd name="connsiteX9" fmla="*/ 2792554 w 4434092"/>
                <a:gd name="connsiteY9" fmla="*/ 2535261 h 3096580"/>
                <a:gd name="connsiteX10" fmla="*/ 3726003 w 4434092"/>
                <a:gd name="connsiteY10" fmla="*/ 2433660 h 3096580"/>
                <a:gd name="connsiteX11" fmla="*/ 4429266 w 4434092"/>
                <a:gd name="connsiteY11" fmla="*/ 1685948 h 3096580"/>
                <a:gd name="connsiteX0" fmla="*/ 4419803 w 4424629"/>
                <a:gd name="connsiteY0" fmla="*/ 1685948 h 3096580"/>
                <a:gd name="connsiteX1" fmla="*/ 3949903 w 4424629"/>
                <a:gd name="connsiteY1" fmla="*/ 523898 h 3096580"/>
                <a:gd name="connsiteX2" fmla="*/ 2565603 w 4424629"/>
                <a:gd name="connsiteY2" fmla="*/ 15898 h 3096580"/>
                <a:gd name="connsiteX3" fmla="*/ 743153 w 4424629"/>
                <a:gd name="connsiteY3" fmla="*/ 254023 h 3096580"/>
                <a:gd name="connsiteX4" fmla="*/ 203 w 4424629"/>
                <a:gd name="connsiteY4" fmla="*/ 1463698 h 3096580"/>
                <a:gd name="connsiteX5" fmla="*/ 342797 w 4424629"/>
                <a:gd name="connsiteY5" fmla="*/ 2622341 h 3096580"/>
                <a:gd name="connsiteX6" fmla="*/ 1181303 w 4424629"/>
                <a:gd name="connsiteY6" fmla="*/ 3076598 h 3096580"/>
                <a:gd name="connsiteX7" fmla="*/ 2083003 w 4424629"/>
                <a:gd name="connsiteY7" fmla="*/ 2974998 h 3096580"/>
                <a:gd name="connsiteX8" fmla="*/ 2375103 w 4424629"/>
                <a:gd name="connsiteY8" fmla="*/ 2606698 h 3096580"/>
                <a:gd name="connsiteX9" fmla="*/ 2783091 w 4424629"/>
                <a:gd name="connsiteY9" fmla="*/ 2535261 h 3096580"/>
                <a:gd name="connsiteX10" fmla="*/ 3716540 w 4424629"/>
                <a:gd name="connsiteY10" fmla="*/ 2433660 h 3096580"/>
                <a:gd name="connsiteX11" fmla="*/ 4419803 w 4424629"/>
                <a:gd name="connsiteY11" fmla="*/ 1685948 h 3096580"/>
                <a:gd name="connsiteX0" fmla="*/ 4432158 w 4436984"/>
                <a:gd name="connsiteY0" fmla="*/ 1685948 h 3095596"/>
                <a:gd name="connsiteX1" fmla="*/ 3962258 w 4436984"/>
                <a:gd name="connsiteY1" fmla="*/ 523898 h 3095596"/>
                <a:gd name="connsiteX2" fmla="*/ 2577958 w 4436984"/>
                <a:gd name="connsiteY2" fmla="*/ 15898 h 3095596"/>
                <a:gd name="connsiteX3" fmla="*/ 755508 w 4436984"/>
                <a:gd name="connsiteY3" fmla="*/ 254023 h 3095596"/>
                <a:gd name="connsiteX4" fmla="*/ 12558 w 4436984"/>
                <a:gd name="connsiteY4" fmla="*/ 1463698 h 3095596"/>
                <a:gd name="connsiteX5" fmla="*/ 317052 w 4436984"/>
                <a:gd name="connsiteY5" fmla="*/ 2636629 h 3095596"/>
                <a:gd name="connsiteX6" fmla="*/ 1193658 w 4436984"/>
                <a:gd name="connsiteY6" fmla="*/ 3076598 h 3095596"/>
                <a:gd name="connsiteX7" fmla="*/ 2095358 w 4436984"/>
                <a:gd name="connsiteY7" fmla="*/ 2974998 h 3095596"/>
                <a:gd name="connsiteX8" fmla="*/ 2387458 w 4436984"/>
                <a:gd name="connsiteY8" fmla="*/ 2606698 h 3095596"/>
                <a:gd name="connsiteX9" fmla="*/ 2795446 w 4436984"/>
                <a:gd name="connsiteY9" fmla="*/ 2535261 h 3095596"/>
                <a:gd name="connsiteX10" fmla="*/ 3728895 w 4436984"/>
                <a:gd name="connsiteY10" fmla="*/ 2433660 h 3095596"/>
                <a:gd name="connsiteX11" fmla="*/ 4432158 w 4436984"/>
                <a:gd name="connsiteY11" fmla="*/ 1685948 h 3095596"/>
                <a:gd name="connsiteX0" fmla="*/ 4440132 w 4444958"/>
                <a:gd name="connsiteY0" fmla="*/ 1685948 h 3095596"/>
                <a:gd name="connsiteX1" fmla="*/ 3970232 w 4444958"/>
                <a:gd name="connsiteY1" fmla="*/ 523898 h 3095596"/>
                <a:gd name="connsiteX2" fmla="*/ 2585932 w 4444958"/>
                <a:gd name="connsiteY2" fmla="*/ 15898 h 3095596"/>
                <a:gd name="connsiteX3" fmla="*/ 763482 w 4444958"/>
                <a:gd name="connsiteY3" fmla="*/ 254023 h 3095596"/>
                <a:gd name="connsiteX4" fmla="*/ 20532 w 4444958"/>
                <a:gd name="connsiteY4" fmla="*/ 1463698 h 3095596"/>
                <a:gd name="connsiteX5" fmla="*/ 325026 w 4444958"/>
                <a:gd name="connsiteY5" fmla="*/ 2636629 h 3095596"/>
                <a:gd name="connsiteX6" fmla="*/ 1201632 w 4444958"/>
                <a:gd name="connsiteY6" fmla="*/ 3076598 h 3095596"/>
                <a:gd name="connsiteX7" fmla="*/ 2103332 w 4444958"/>
                <a:gd name="connsiteY7" fmla="*/ 2974998 h 3095596"/>
                <a:gd name="connsiteX8" fmla="*/ 2395432 w 4444958"/>
                <a:gd name="connsiteY8" fmla="*/ 2606698 h 3095596"/>
                <a:gd name="connsiteX9" fmla="*/ 2803420 w 4444958"/>
                <a:gd name="connsiteY9" fmla="*/ 2535261 h 3095596"/>
                <a:gd name="connsiteX10" fmla="*/ 3736869 w 4444958"/>
                <a:gd name="connsiteY10" fmla="*/ 2433660 h 3095596"/>
                <a:gd name="connsiteX11" fmla="*/ 4440132 w 4444958"/>
                <a:gd name="connsiteY11" fmla="*/ 1685948 h 3095596"/>
                <a:gd name="connsiteX0" fmla="*/ 4440132 w 4444958"/>
                <a:gd name="connsiteY0" fmla="*/ 1685948 h 3095596"/>
                <a:gd name="connsiteX1" fmla="*/ 3970232 w 4444958"/>
                <a:gd name="connsiteY1" fmla="*/ 523898 h 3095596"/>
                <a:gd name="connsiteX2" fmla="*/ 2585932 w 4444958"/>
                <a:gd name="connsiteY2" fmla="*/ 15898 h 3095596"/>
                <a:gd name="connsiteX3" fmla="*/ 763482 w 4444958"/>
                <a:gd name="connsiteY3" fmla="*/ 254023 h 3095596"/>
                <a:gd name="connsiteX4" fmla="*/ 20532 w 4444958"/>
                <a:gd name="connsiteY4" fmla="*/ 1463698 h 3095596"/>
                <a:gd name="connsiteX5" fmla="*/ 325026 w 4444958"/>
                <a:gd name="connsiteY5" fmla="*/ 2636629 h 3095596"/>
                <a:gd name="connsiteX6" fmla="*/ 1201632 w 4444958"/>
                <a:gd name="connsiteY6" fmla="*/ 3076598 h 3095596"/>
                <a:gd name="connsiteX7" fmla="*/ 2103332 w 4444958"/>
                <a:gd name="connsiteY7" fmla="*/ 2974998 h 3095596"/>
                <a:gd name="connsiteX8" fmla="*/ 2395432 w 4444958"/>
                <a:gd name="connsiteY8" fmla="*/ 2606698 h 3095596"/>
                <a:gd name="connsiteX9" fmla="*/ 2803420 w 4444958"/>
                <a:gd name="connsiteY9" fmla="*/ 2535261 h 3095596"/>
                <a:gd name="connsiteX10" fmla="*/ 3736869 w 4444958"/>
                <a:gd name="connsiteY10" fmla="*/ 2433660 h 3095596"/>
                <a:gd name="connsiteX11" fmla="*/ 4440132 w 4444958"/>
                <a:gd name="connsiteY11" fmla="*/ 1685948 h 3095596"/>
                <a:gd name="connsiteX0" fmla="*/ 4435476 w 4440302"/>
                <a:gd name="connsiteY0" fmla="*/ 1685028 h 3094676"/>
                <a:gd name="connsiteX1" fmla="*/ 3965576 w 4440302"/>
                <a:gd name="connsiteY1" fmla="*/ 522978 h 3094676"/>
                <a:gd name="connsiteX2" fmla="*/ 2581276 w 4440302"/>
                <a:gd name="connsiteY2" fmla="*/ 14978 h 3094676"/>
                <a:gd name="connsiteX3" fmla="*/ 682626 w 4440302"/>
                <a:gd name="connsiteY3" fmla="*/ 257866 h 3094676"/>
                <a:gd name="connsiteX4" fmla="*/ 15876 w 4440302"/>
                <a:gd name="connsiteY4" fmla="*/ 1462778 h 3094676"/>
                <a:gd name="connsiteX5" fmla="*/ 320370 w 4440302"/>
                <a:gd name="connsiteY5" fmla="*/ 2635709 h 3094676"/>
                <a:gd name="connsiteX6" fmla="*/ 1196976 w 4440302"/>
                <a:gd name="connsiteY6" fmla="*/ 3075678 h 3094676"/>
                <a:gd name="connsiteX7" fmla="*/ 2098676 w 4440302"/>
                <a:gd name="connsiteY7" fmla="*/ 2974078 h 3094676"/>
                <a:gd name="connsiteX8" fmla="*/ 2390776 w 4440302"/>
                <a:gd name="connsiteY8" fmla="*/ 2605778 h 3094676"/>
                <a:gd name="connsiteX9" fmla="*/ 2798764 w 4440302"/>
                <a:gd name="connsiteY9" fmla="*/ 2534341 h 3094676"/>
                <a:gd name="connsiteX10" fmla="*/ 3732213 w 4440302"/>
                <a:gd name="connsiteY10" fmla="*/ 2432740 h 3094676"/>
                <a:gd name="connsiteX11" fmla="*/ 4435476 w 4440302"/>
                <a:gd name="connsiteY11" fmla="*/ 1685028 h 3094676"/>
                <a:gd name="connsiteX0" fmla="*/ 4435476 w 4440302"/>
                <a:gd name="connsiteY0" fmla="*/ 1685028 h 3095696"/>
                <a:gd name="connsiteX1" fmla="*/ 3965576 w 4440302"/>
                <a:gd name="connsiteY1" fmla="*/ 522978 h 3095696"/>
                <a:gd name="connsiteX2" fmla="*/ 2581276 w 4440302"/>
                <a:gd name="connsiteY2" fmla="*/ 14978 h 3095696"/>
                <a:gd name="connsiteX3" fmla="*/ 682626 w 4440302"/>
                <a:gd name="connsiteY3" fmla="*/ 257866 h 3095696"/>
                <a:gd name="connsiteX4" fmla="*/ 15876 w 4440302"/>
                <a:gd name="connsiteY4" fmla="*/ 1462778 h 3095696"/>
                <a:gd name="connsiteX5" fmla="*/ 320370 w 4440302"/>
                <a:gd name="connsiteY5" fmla="*/ 2635709 h 3095696"/>
                <a:gd name="connsiteX6" fmla="*/ 1196976 w 4440302"/>
                <a:gd name="connsiteY6" fmla="*/ 3075678 h 3095696"/>
                <a:gd name="connsiteX7" fmla="*/ 2070101 w 4440302"/>
                <a:gd name="connsiteY7" fmla="*/ 2978840 h 3095696"/>
                <a:gd name="connsiteX8" fmla="*/ 2390776 w 4440302"/>
                <a:gd name="connsiteY8" fmla="*/ 2605778 h 3095696"/>
                <a:gd name="connsiteX9" fmla="*/ 2798764 w 4440302"/>
                <a:gd name="connsiteY9" fmla="*/ 2534341 h 3095696"/>
                <a:gd name="connsiteX10" fmla="*/ 3732213 w 4440302"/>
                <a:gd name="connsiteY10" fmla="*/ 2432740 h 3095696"/>
                <a:gd name="connsiteX11" fmla="*/ 4435476 w 4440302"/>
                <a:gd name="connsiteY11" fmla="*/ 1685028 h 3095696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98764 w 4440302"/>
                <a:gd name="connsiteY9" fmla="*/ 2534341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8550"/>
                <a:gd name="connsiteX1" fmla="*/ 3965576 w 4440302"/>
                <a:gd name="connsiteY1" fmla="*/ 522978 h 3098550"/>
                <a:gd name="connsiteX2" fmla="*/ 2581276 w 4440302"/>
                <a:gd name="connsiteY2" fmla="*/ 14978 h 3098550"/>
                <a:gd name="connsiteX3" fmla="*/ 682626 w 4440302"/>
                <a:gd name="connsiteY3" fmla="*/ 257866 h 3098550"/>
                <a:gd name="connsiteX4" fmla="*/ 15876 w 4440302"/>
                <a:gd name="connsiteY4" fmla="*/ 1462778 h 3098550"/>
                <a:gd name="connsiteX5" fmla="*/ 320370 w 4440302"/>
                <a:gd name="connsiteY5" fmla="*/ 2635709 h 3098550"/>
                <a:gd name="connsiteX6" fmla="*/ 1196976 w 4440302"/>
                <a:gd name="connsiteY6" fmla="*/ 3075678 h 3098550"/>
                <a:gd name="connsiteX7" fmla="*/ 2070101 w 4440302"/>
                <a:gd name="connsiteY7" fmla="*/ 2978840 h 3098550"/>
                <a:gd name="connsiteX8" fmla="*/ 2390776 w 4440302"/>
                <a:gd name="connsiteY8" fmla="*/ 2605778 h 3098550"/>
                <a:gd name="connsiteX9" fmla="*/ 2765427 w 4440302"/>
                <a:gd name="connsiteY9" fmla="*/ 2586729 h 3098550"/>
                <a:gd name="connsiteX10" fmla="*/ 3732213 w 4440302"/>
                <a:gd name="connsiteY10" fmla="*/ 2432740 h 3098550"/>
                <a:gd name="connsiteX11" fmla="*/ 4435476 w 4440302"/>
                <a:gd name="connsiteY11" fmla="*/ 1685028 h 3098550"/>
                <a:gd name="connsiteX0" fmla="*/ 4435476 w 4440302"/>
                <a:gd name="connsiteY0" fmla="*/ 1685028 h 3094664"/>
                <a:gd name="connsiteX1" fmla="*/ 3965576 w 4440302"/>
                <a:gd name="connsiteY1" fmla="*/ 522978 h 3094664"/>
                <a:gd name="connsiteX2" fmla="*/ 2581276 w 4440302"/>
                <a:gd name="connsiteY2" fmla="*/ 14978 h 3094664"/>
                <a:gd name="connsiteX3" fmla="*/ 682626 w 4440302"/>
                <a:gd name="connsiteY3" fmla="*/ 257866 h 3094664"/>
                <a:gd name="connsiteX4" fmla="*/ 15876 w 4440302"/>
                <a:gd name="connsiteY4" fmla="*/ 1462778 h 3094664"/>
                <a:gd name="connsiteX5" fmla="*/ 320370 w 4440302"/>
                <a:gd name="connsiteY5" fmla="*/ 2635709 h 3094664"/>
                <a:gd name="connsiteX6" fmla="*/ 1196976 w 4440302"/>
                <a:gd name="connsiteY6" fmla="*/ 3075678 h 3094664"/>
                <a:gd name="connsiteX7" fmla="*/ 2070101 w 4440302"/>
                <a:gd name="connsiteY7" fmla="*/ 2978840 h 3094664"/>
                <a:gd name="connsiteX8" fmla="*/ 2343151 w 4440302"/>
                <a:gd name="connsiteY8" fmla="*/ 2653403 h 3094664"/>
                <a:gd name="connsiteX9" fmla="*/ 2765427 w 4440302"/>
                <a:gd name="connsiteY9" fmla="*/ 2586729 h 3094664"/>
                <a:gd name="connsiteX10" fmla="*/ 3732213 w 4440302"/>
                <a:gd name="connsiteY10" fmla="*/ 2432740 h 3094664"/>
                <a:gd name="connsiteX11" fmla="*/ 4435476 w 4440302"/>
                <a:gd name="connsiteY11" fmla="*/ 1685028 h 3094664"/>
                <a:gd name="connsiteX0" fmla="*/ 4435476 w 4440302"/>
                <a:gd name="connsiteY0" fmla="*/ 1685028 h 3094664"/>
                <a:gd name="connsiteX1" fmla="*/ 3965576 w 4440302"/>
                <a:gd name="connsiteY1" fmla="*/ 522978 h 3094664"/>
                <a:gd name="connsiteX2" fmla="*/ 2581276 w 4440302"/>
                <a:gd name="connsiteY2" fmla="*/ 14978 h 3094664"/>
                <a:gd name="connsiteX3" fmla="*/ 682626 w 4440302"/>
                <a:gd name="connsiteY3" fmla="*/ 257866 h 3094664"/>
                <a:gd name="connsiteX4" fmla="*/ 15876 w 4440302"/>
                <a:gd name="connsiteY4" fmla="*/ 1462778 h 3094664"/>
                <a:gd name="connsiteX5" fmla="*/ 320370 w 4440302"/>
                <a:gd name="connsiteY5" fmla="*/ 2635709 h 3094664"/>
                <a:gd name="connsiteX6" fmla="*/ 1196976 w 4440302"/>
                <a:gd name="connsiteY6" fmla="*/ 3075678 h 3094664"/>
                <a:gd name="connsiteX7" fmla="*/ 2070101 w 4440302"/>
                <a:gd name="connsiteY7" fmla="*/ 2978840 h 3094664"/>
                <a:gd name="connsiteX8" fmla="*/ 2343151 w 4440302"/>
                <a:gd name="connsiteY8" fmla="*/ 2653403 h 3094664"/>
                <a:gd name="connsiteX9" fmla="*/ 2765427 w 4440302"/>
                <a:gd name="connsiteY9" fmla="*/ 2586729 h 3094664"/>
                <a:gd name="connsiteX10" fmla="*/ 3732213 w 4440302"/>
                <a:gd name="connsiteY10" fmla="*/ 2432740 h 3094664"/>
                <a:gd name="connsiteX11" fmla="*/ 4435476 w 4440302"/>
                <a:gd name="connsiteY11" fmla="*/ 1685028 h 3094664"/>
                <a:gd name="connsiteX0" fmla="*/ 4437780 w 4442606"/>
                <a:gd name="connsiteY0" fmla="*/ 1672931 h 3082567"/>
                <a:gd name="connsiteX1" fmla="*/ 3967880 w 4442606"/>
                <a:gd name="connsiteY1" fmla="*/ 510881 h 3082567"/>
                <a:gd name="connsiteX2" fmla="*/ 2583580 w 4442606"/>
                <a:gd name="connsiteY2" fmla="*/ 2881 h 3082567"/>
                <a:gd name="connsiteX3" fmla="*/ 723030 w 4442606"/>
                <a:gd name="connsiteY3" fmla="*/ 360069 h 3082567"/>
                <a:gd name="connsiteX4" fmla="*/ 18180 w 4442606"/>
                <a:gd name="connsiteY4" fmla="*/ 1450681 h 3082567"/>
                <a:gd name="connsiteX5" fmla="*/ 322674 w 4442606"/>
                <a:gd name="connsiteY5" fmla="*/ 2623612 h 3082567"/>
                <a:gd name="connsiteX6" fmla="*/ 1199280 w 4442606"/>
                <a:gd name="connsiteY6" fmla="*/ 3063581 h 3082567"/>
                <a:gd name="connsiteX7" fmla="*/ 2072405 w 4442606"/>
                <a:gd name="connsiteY7" fmla="*/ 2966743 h 3082567"/>
                <a:gd name="connsiteX8" fmla="*/ 2345455 w 4442606"/>
                <a:gd name="connsiteY8" fmla="*/ 2641306 h 3082567"/>
                <a:gd name="connsiteX9" fmla="*/ 2767731 w 4442606"/>
                <a:gd name="connsiteY9" fmla="*/ 2574632 h 3082567"/>
                <a:gd name="connsiteX10" fmla="*/ 3734517 w 4442606"/>
                <a:gd name="connsiteY10" fmla="*/ 2420643 h 3082567"/>
                <a:gd name="connsiteX11" fmla="*/ 4437780 w 4442606"/>
                <a:gd name="connsiteY11" fmla="*/ 1672931 h 3082567"/>
                <a:gd name="connsiteX0" fmla="*/ 4432672 w 4437498"/>
                <a:gd name="connsiteY0" fmla="*/ 1670166 h 3079802"/>
                <a:gd name="connsiteX1" fmla="*/ 3962772 w 4437498"/>
                <a:gd name="connsiteY1" fmla="*/ 508116 h 3079802"/>
                <a:gd name="connsiteX2" fmla="*/ 2578472 w 4437498"/>
                <a:gd name="connsiteY2" fmla="*/ 116 h 3079802"/>
                <a:gd name="connsiteX3" fmla="*/ 632197 w 4437498"/>
                <a:gd name="connsiteY3" fmla="*/ 471604 h 3079802"/>
                <a:gd name="connsiteX4" fmla="*/ 13072 w 4437498"/>
                <a:gd name="connsiteY4" fmla="*/ 1447916 h 3079802"/>
                <a:gd name="connsiteX5" fmla="*/ 317566 w 4437498"/>
                <a:gd name="connsiteY5" fmla="*/ 2620847 h 3079802"/>
                <a:gd name="connsiteX6" fmla="*/ 1194172 w 4437498"/>
                <a:gd name="connsiteY6" fmla="*/ 3060816 h 3079802"/>
                <a:gd name="connsiteX7" fmla="*/ 2067297 w 4437498"/>
                <a:gd name="connsiteY7" fmla="*/ 2963978 h 3079802"/>
                <a:gd name="connsiteX8" fmla="*/ 2340347 w 4437498"/>
                <a:gd name="connsiteY8" fmla="*/ 2638541 h 3079802"/>
                <a:gd name="connsiteX9" fmla="*/ 2762623 w 4437498"/>
                <a:gd name="connsiteY9" fmla="*/ 2571867 h 3079802"/>
                <a:gd name="connsiteX10" fmla="*/ 3729409 w 4437498"/>
                <a:gd name="connsiteY10" fmla="*/ 2417878 h 3079802"/>
                <a:gd name="connsiteX11" fmla="*/ 4432672 w 4437498"/>
                <a:gd name="connsiteY11" fmla="*/ 1670166 h 3079802"/>
                <a:gd name="connsiteX0" fmla="*/ 4432672 w 4437498"/>
                <a:gd name="connsiteY0" fmla="*/ 1670180 h 3079816"/>
                <a:gd name="connsiteX1" fmla="*/ 3962772 w 4437498"/>
                <a:gd name="connsiteY1" fmla="*/ 508130 h 3079816"/>
                <a:gd name="connsiteX2" fmla="*/ 2578472 w 4437498"/>
                <a:gd name="connsiteY2" fmla="*/ 130 h 3079816"/>
                <a:gd name="connsiteX3" fmla="*/ 632197 w 4437498"/>
                <a:gd name="connsiteY3" fmla="*/ 471618 h 3079816"/>
                <a:gd name="connsiteX4" fmla="*/ 13072 w 4437498"/>
                <a:gd name="connsiteY4" fmla="*/ 1447930 h 3079816"/>
                <a:gd name="connsiteX5" fmla="*/ 317566 w 4437498"/>
                <a:gd name="connsiteY5" fmla="*/ 2620861 h 3079816"/>
                <a:gd name="connsiteX6" fmla="*/ 1194172 w 4437498"/>
                <a:gd name="connsiteY6" fmla="*/ 3060830 h 3079816"/>
                <a:gd name="connsiteX7" fmla="*/ 2067297 w 4437498"/>
                <a:gd name="connsiteY7" fmla="*/ 2963992 h 3079816"/>
                <a:gd name="connsiteX8" fmla="*/ 2340347 w 4437498"/>
                <a:gd name="connsiteY8" fmla="*/ 2638555 h 3079816"/>
                <a:gd name="connsiteX9" fmla="*/ 2762623 w 4437498"/>
                <a:gd name="connsiteY9" fmla="*/ 2571881 h 3079816"/>
                <a:gd name="connsiteX10" fmla="*/ 3729409 w 4437498"/>
                <a:gd name="connsiteY10" fmla="*/ 2417892 h 3079816"/>
                <a:gd name="connsiteX11" fmla="*/ 4432672 w 4437498"/>
                <a:gd name="connsiteY11" fmla="*/ 1670180 h 3079816"/>
                <a:gd name="connsiteX0" fmla="*/ 4432672 w 4437498"/>
                <a:gd name="connsiteY0" fmla="*/ 1671681 h 3081317"/>
                <a:gd name="connsiteX1" fmla="*/ 3962772 w 4437498"/>
                <a:gd name="connsiteY1" fmla="*/ 509631 h 3081317"/>
                <a:gd name="connsiteX2" fmla="*/ 2578472 w 4437498"/>
                <a:gd name="connsiteY2" fmla="*/ 1631 h 3081317"/>
                <a:gd name="connsiteX3" fmla="*/ 632197 w 4437498"/>
                <a:gd name="connsiteY3" fmla="*/ 396919 h 3081317"/>
                <a:gd name="connsiteX4" fmla="*/ 13072 w 4437498"/>
                <a:gd name="connsiteY4" fmla="*/ 1449431 h 3081317"/>
                <a:gd name="connsiteX5" fmla="*/ 317566 w 4437498"/>
                <a:gd name="connsiteY5" fmla="*/ 2622362 h 3081317"/>
                <a:gd name="connsiteX6" fmla="*/ 1194172 w 4437498"/>
                <a:gd name="connsiteY6" fmla="*/ 3062331 h 3081317"/>
                <a:gd name="connsiteX7" fmla="*/ 2067297 w 4437498"/>
                <a:gd name="connsiteY7" fmla="*/ 2965493 h 3081317"/>
                <a:gd name="connsiteX8" fmla="*/ 2340347 w 4437498"/>
                <a:gd name="connsiteY8" fmla="*/ 2640056 h 3081317"/>
                <a:gd name="connsiteX9" fmla="*/ 2762623 w 4437498"/>
                <a:gd name="connsiteY9" fmla="*/ 2573382 h 3081317"/>
                <a:gd name="connsiteX10" fmla="*/ 3729409 w 4437498"/>
                <a:gd name="connsiteY10" fmla="*/ 2419393 h 3081317"/>
                <a:gd name="connsiteX11" fmla="*/ 4432672 w 4437498"/>
                <a:gd name="connsiteY11" fmla="*/ 1671681 h 3081317"/>
                <a:gd name="connsiteX0" fmla="*/ 4433980 w 4438806"/>
                <a:gd name="connsiteY0" fmla="*/ 1671681 h 3080666"/>
                <a:gd name="connsiteX1" fmla="*/ 3964080 w 4438806"/>
                <a:gd name="connsiteY1" fmla="*/ 509631 h 3080666"/>
                <a:gd name="connsiteX2" fmla="*/ 2579780 w 4438806"/>
                <a:gd name="connsiteY2" fmla="*/ 1631 h 3080666"/>
                <a:gd name="connsiteX3" fmla="*/ 633505 w 4438806"/>
                <a:gd name="connsiteY3" fmla="*/ 396919 h 3080666"/>
                <a:gd name="connsiteX4" fmla="*/ 14380 w 4438806"/>
                <a:gd name="connsiteY4" fmla="*/ 1449431 h 3080666"/>
                <a:gd name="connsiteX5" fmla="*/ 309349 w 4438806"/>
                <a:gd name="connsiteY5" fmla="*/ 2631887 h 3080666"/>
                <a:gd name="connsiteX6" fmla="*/ 1195480 w 4438806"/>
                <a:gd name="connsiteY6" fmla="*/ 3062331 h 3080666"/>
                <a:gd name="connsiteX7" fmla="*/ 2068605 w 4438806"/>
                <a:gd name="connsiteY7" fmla="*/ 2965493 h 3080666"/>
                <a:gd name="connsiteX8" fmla="*/ 2341655 w 4438806"/>
                <a:gd name="connsiteY8" fmla="*/ 2640056 h 3080666"/>
                <a:gd name="connsiteX9" fmla="*/ 2763931 w 4438806"/>
                <a:gd name="connsiteY9" fmla="*/ 2573382 h 3080666"/>
                <a:gd name="connsiteX10" fmla="*/ 3730717 w 4438806"/>
                <a:gd name="connsiteY10" fmla="*/ 2419393 h 3080666"/>
                <a:gd name="connsiteX11" fmla="*/ 4433980 w 4438806"/>
                <a:gd name="connsiteY11" fmla="*/ 1671681 h 3080666"/>
                <a:gd name="connsiteX0" fmla="*/ 4433980 w 4438806"/>
                <a:gd name="connsiteY0" fmla="*/ 1671961 h 3080946"/>
                <a:gd name="connsiteX1" fmla="*/ 3964080 w 4438806"/>
                <a:gd name="connsiteY1" fmla="*/ 509911 h 3080946"/>
                <a:gd name="connsiteX2" fmla="*/ 2579780 w 4438806"/>
                <a:gd name="connsiteY2" fmla="*/ 1911 h 3080946"/>
                <a:gd name="connsiteX3" fmla="*/ 633505 w 4438806"/>
                <a:gd name="connsiteY3" fmla="*/ 397199 h 3080946"/>
                <a:gd name="connsiteX4" fmla="*/ 14380 w 4438806"/>
                <a:gd name="connsiteY4" fmla="*/ 1449711 h 3080946"/>
                <a:gd name="connsiteX5" fmla="*/ 309349 w 4438806"/>
                <a:gd name="connsiteY5" fmla="*/ 2632167 h 3080946"/>
                <a:gd name="connsiteX6" fmla="*/ 1195480 w 4438806"/>
                <a:gd name="connsiteY6" fmla="*/ 3062611 h 3080946"/>
                <a:gd name="connsiteX7" fmla="*/ 2068605 w 4438806"/>
                <a:gd name="connsiteY7" fmla="*/ 2965773 h 3080946"/>
                <a:gd name="connsiteX8" fmla="*/ 2341655 w 4438806"/>
                <a:gd name="connsiteY8" fmla="*/ 2640336 h 3080946"/>
                <a:gd name="connsiteX9" fmla="*/ 2763931 w 4438806"/>
                <a:gd name="connsiteY9" fmla="*/ 2573662 h 3080946"/>
                <a:gd name="connsiteX10" fmla="*/ 3730717 w 4438806"/>
                <a:gd name="connsiteY10" fmla="*/ 2419673 h 3080946"/>
                <a:gd name="connsiteX11" fmla="*/ 4433980 w 4438806"/>
                <a:gd name="connsiteY11" fmla="*/ 1671961 h 3080946"/>
                <a:gd name="connsiteX0" fmla="*/ 4435131 w 4439957"/>
                <a:gd name="connsiteY0" fmla="*/ 1671169 h 3080154"/>
                <a:gd name="connsiteX1" fmla="*/ 3965231 w 4439957"/>
                <a:gd name="connsiteY1" fmla="*/ 509119 h 3080154"/>
                <a:gd name="connsiteX2" fmla="*/ 2580931 w 4439957"/>
                <a:gd name="connsiteY2" fmla="*/ 1119 h 3080154"/>
                <a:gd name="connsiteX3" fmla="*/ 653706 w 4439957"/>
                <a:gd name="connsiteY3" fmla="*/ 418632 h 3080154"/>
                <a:gd name="connsiteX4" fmla="*/ 15531 w 4439957"/>
                <a:gd name="connsiteY4" fmla="*/ 1448919 h 3080154"/>
                <a:gd name="connsiteX5" fmla="*/ 310500 w 4439957"/>
                <a:gd name="connsiteY5" fmla="*/ 2631375 h 3080154"/>
                <a:gd name="connsiteX6" fmla="*/ 1196631 w 4439957"/>
                <a:gd name="connsiteY6" fmla="*/ 3061819 h 3080154"/>
                <a:gd name="connsiteX7" fmla="*/ 2069756 w 4439957"/>
                <a:gd name="connsiteY7" fmla="*/ 2964981 h 3080154"/>
                <a:gd name="connsiteX8" fmla="*/ 2342806 w 4439957"/>
                <a:gd name="connsiteY8" fmla="*/ 2639544 h 3080154"/>
                <a:gd name="connsiteX9" fmla="*/ 2765082 w 4439957"/>
                <a:gd name="connsiteY9" fmla="*/ 2572870 h 3080154"/>
                <a:gd name="connsiteX10" fmla="*/ 3731868 w 4439957"/>
                <a:gd name="connsiteY10" fmla="*/ 2418881 h 3080154"/>
                <a:gd name="connsiteX11" fmla="*/ 4435131 w 4439957"/>
                <a:gd name="connsiteY11" fmla="*/ 1671169 h 308015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65082 w 4439957"/>
                <a:gd name="connsiteY9" fmla="*/ 2572870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5557 w 4439957"/>
                <a:gd name="connsiteY9" fmla="*/ 2639545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42806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33281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4435131 w 4439957"/>
                <a:gd name="connsiteY0" fmla="*/ 1671169 h 3078694"/>
                <a:gd name="connsiteX1" fmla="*/ 3965231 w 4439957"/>
                <a:gd name="connsiteY1" fmla="*/ 509119 h 3078694"/>
                <a:gd name="connsiteX2" fmla="*/ 2580931 w 4439957"/>
                <a:gd name="connsiteY2" fmla="*/ 1119 h 3078694"/>
                <a:gd name="connsiteX3" fmla="*/ 653706 w 4439957"/>
                <a:gd name="connsiteY3" fmla="*/ 418632 h 3078694"/>
                <a:gd name="connsiteX4" fmla="*/ 15531 w 4439957"/>
                <a:gd name="connsiteY4" fmla="*/ 1448919 h 3078694"/>
                <a:gd name="connsiteX5" fmla="*/ 310500 w 4439957"/>
                <a:gd name="connsiteY5" fmla="*/ 2631375 h 3078694"/>
                <a:gd name="connsiteX6" fmla="*/ 1196631 w 4439957"/>
                <a:gd name="connsiteY6" fmla="*/ 3061819 h 3078694"/>
                <a:gd name="connsiteX7" fmla="*/ 2069756 w 4439957"/>
                <a:gd name="connsiteY7" fmla="*/ 2964981 h 3078694"/>
                <a:gd name="connsiteX8" fmla="*/ 2333281 w 4439957"/>
                <a:gd name="connsiteY8" fmla="*/ 2715744 h 3078694"/>
                <a:gd name="connsiteX9" fmla="*/ 2750794 w 4439957"/>
                <a:gd name="connsiteY9" fmla="*/ 2660977 h 3078694"/>
                <a:gd name="connsiteX10" fmla="*/ 3731868 w 4439957"/>
                <a:gd name="connsiteY10" fmla="*/ 2418881 h 3078694"/>
                <a:gd name="connsiteX11" fmla="*/ 4435131 w 4439957"/>
                <a:gd name="connsiteY11" fmla="*/ 1671169 h 3078694"/>
                <a:gd name="connsiteX0" fmla="*/ 2580931 w 4439957"/>
                <a:gd name="connsiteY0" fmla="*/ 1119 h 3078694"/>
                <a:gd name="connsiteX1" fmla="*/ 653706 w 4439957"/>
                <a:gd name="connsiteY1" fmla="*/ 418632 h 3078694"/>
                <a:gd name="connsiteX2" fmla="*/ 15531 w 4439957"/>
                <a:gd name="connsiteY2" fmla="*/ 1448919 h 3078694"/>
                <a:gd name="connsiteX3" fmla="*/ 310500 w 4439957"/>
                <a:gd name="connsiteY3" fmla="*/ 2631375 h 3078694"/>
                <a:gd name="connsiteX4" fmla="*/ 1196631 w 4439957"/>
                <a:gd name="connsiteY4" fmla="*/ 3061819 h 3078694"/>
                <a:gd name="connsiteX5" fmla="*/ 2069756 w 4439957"/>
                <a:gd name="connsiteY5" fmla="*/ 2964981 h 3078694"/>
                <a:gd name="connsiteX6" fmla="*/ 2333281 w 4439957"/>
                <a:gd name="connsiteY6" fmla="*/ 2715744 h 3078694"/>
                <a:gd name="connsiteX7" fmla="*/ 2750794 w 4439957"/>
                <a:gd name="connsiteY7" fmla="*/ 2660977 h 3078694"/>
                <a:gd name="connsiteX8" fmla="*/ 3731868 w 4439957"/>
                <a:gd name="connsiteY8" fmla="*/ 2418881 h 3078694"/>
                <a:gd name="connsiteX9" fmla="*/ 4435131 w 4439957"/>
                <a:gd name="connsiteY9" fmla="*/ 1671169 h 3078694"/>
                <a:gd name="connsiteX10" fmla="*/ 3965231 w 4439957"/>
                <a:gd name="connsiteY10" fmla="*/ 509119 h 3078694"/>
                <a:gd name="connsiteX11" fmla="*/ 2672371 w 4439957"/>
                <a:gd name="connsiteY11" fmla="*/ 92559 h 3078694"/>
                <a:gd name="connsiteX0" fmla="*/ 2580931 w 4439656"/>
                <a:gd name="connsiteY0" fmla="*/ 1412 h 3078987"/>
                <a:gd name="connsiteX1" fmla="*/ 653706 w 4439656"/>
                <a:gd name="connsiteY1" fmla="*/ 418925 h 3078987"/>
                <a:gd name="connsiteX2" fmla="*/ 15531 w 4439656"/>
                <a:gd name="connsiteY2" fmla="*/ 1449212 h 3078987"/>
                <a:gd name="connsiteX3" fmla="*/ 310500 w 4439656"/>
                <a:gd name="connsiteY3" fmla="*/ 2631668 h 3078987"/>
                <a:gd name="connsiteX4" fmla="*/ 1196631 w 4439656"/>
                <a:gd name="connsiteY4" fmla="*/ 3062112 h 3078987"/>
                <a:gd name="connsiteX5" fmla="*/ 2069756 w 4439656"/>
                <a:gd name="connsiteY5" fmla="*/ 2965274 h 3078987"/>
                <a:gd name="connsiteX6" fmla="*/ 2333281 w 4439656"/>
                <a:gd name="connsiteY6" fmla="*/ 2716037 h 3078987"/>
                <a:gd name="connsiteX7" fmla="*/ 2750794 w 4439656"/>
                <a:gd name="connsiteY7" fmla="*/ 2661270 h 3078987"/>
                <a:gd name="connsiteX8" fmla="*/ 3731868 w 4439656"/>
                <a:gd name="connsiteY8" fmla="*/ 2419174 h 3078987"/>
                <a:gd name="connsiteX9" fmla="*/ 4435131 w 4439656"/>
                <a:gd name="connsiteY9" fmla="*/ 1671462 h 3078987"/>
                <a:gd name="connsiteX10" fmla="*/ 3965231 w 4439656"/>
                <a:gd name="connsiteY10" fmla="*/ 509412 h 3078987"/>
                <a:gd name="connsiteX11" fmla="*/ 2681336 w 4439656"/>
                <a:gd name="connsiteY11" fmla="*/ 12170 h 3078987"/>
                <a:gd name="connsiteX0" fmla="*/ 2580931 w 4439656"/>
                <a:gd name="connsiteY0" fmla="*/ 1119 h 3078694"/>
                <a:gd name="connsiteX1" fmla="*/ 653706 w 4439656"/>
                <a:gd name="connsiteY1" fmla="*/ 418632 h 3078694"/>
                <a:gd name="connsiteX2" fmla="*/ 15531 w 4439656"/>
                <a:gd name="connsiteY2" fmla="*/ 1448919 h 3078694"/>
                <a:gd name="connsiteX3" fmla="*/ 310500 w 4439656"/>
                <a:gd name="connsiteY3" fmla="*/ 2631375 h 3078694"/>
                <a:gd name="connsiteX4" fmla="*/ 1196631 w 4439656"/>
                <a:gd name="connsiteY4" fmla="*/ 3061819 h 3078694"/>
                <a:gd name="connsiteX5" fmla="*/ 2069756 w 4439656"/>
                <a:gd name="connsiteY5" fmla="*/ 2964981 h 3078694"/>
                <a:gd name="connsiteX6" fmla="*/ 2333281 w 4439656"/>
                <a:gd name="connsiteY6" fmla="*/ 2715744 h 3078694"/>
                <a:gd name="connsiteX7" fmla="*/ 2750794 w 4439656"/>
                <a:gd name="connsiteY7" fmla="*/ 2660977 h 3078694"/>
                <a:gd name="connsiteX8" fmla="*/ 3731868 w 4439656"/>
                <a:gd name="connsiteY8" fmla="*/ 2418881 h 3078694"/>
                <a:gd name="connsiteX9" fmla="*/ 4435131 w 4439656"/>
                <a:gd name="connsiteY9" fmla="*/ 1671169 h 3078694"/>
                <a:gd name="connsiteX10" fmla="*/ 3965231 w 4439656"/>
                <a:gd name="connsiteY10" fmla="*/ 509119 h 3078694"/>
                <a:gd name="connsiteX11" fmla="*/ 2681336 w 4439656"/>
                <a:gd name="connsiteY11" fmla="*/ 11877 h 3078694"/>
                <a:gd name="connsiteX0" fmla="*/ 2580931 w 4439485"/>
                <a:gd name="connsiteY0" fmla="*/ 1119 h 3078694"/>
                <a:gd name="connsiteX1" fmla="*/ 653706 w 4439485"/>
                <a:gd name="connsiteY1" fmla="*/ 418632 h 3078694"/>
                <a:gd name="connsiteX2" fmla="*/ 15531 w 4439485"/>
                <a:gd name="connsiteY2" fmla="*/ 1448919 h 3078694"/>
                <a:gd name="connsiteX3" fmla="*/ 310500 w 4439485"/>
                <a:gd name="connsiteY3" fmla="*/ 2631375 h 3078694"/>
                <a:gd name="connsiteX4" fmla="*/ 1196631 w 4439485"/>
                <a:gd name="connsiteY4" fmla="*/ 3061819 h 3078694"/>
                <a:gd name="connsiteX5" fmla="*/ 2069756 w 4439485"/>
                <a:gd name="connsiteY5" fmla="*/ 2964981 h 3078694"/>
                <a:gd name="connsiteX6" fmla="*/ 2333281 w 4439485"/>
                <a:gd name="connsiteY6" fmla="*/ 2715744 h 3078694"/>
                <a:gd name="connsiteX7" fmla="*/ 2750794 w 4439485"/>
                <a:gd name="connsiteY7" fmla="*/ 2660977 h 3078694"/>
                <a:gd name="connsiteX8" fmla="*/ 3731868 w 4439485"/>
                <a:gd name="connsiteY8" fmla="*/ 2418881 h 3078694"/>
                <a:gd name="connsiteX9" fmla="*/ 4435131 w 4439485"/>
                <a:gd name="connsiteY9" fmla="*/ 1671169 h 3078694"/>
                <a:gd name="connsiteX10" fmla="*/ 3965231 w 4439485"/>
                <a:gd name="connsiteY10" fmla="*/ 509119 h 3078694"/>
                <a:gd name="connsiteX11" fmla="*/ 2744089 w 4439485"/>
                <a:gd name="connsiteY11" fmla="*/ 2912 h 307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39485" h="3078694">
                  <a:moveTo>
                    <a:pt x="2580931" y="1119"/>
                  </a:moveTo>
                  <a:cubicBezTo>
                    <a:pt x="2029010" y="-13962"/>
                    <a:pt x="1100323" y="123357"/>
                    <a:pt x="653706" y="418632"/>
                  </a:cubicBezTo>
                  <a:cubicBezTo>
                    <a:pt x="207089" y="713907"/>
                    <a:pt x="72732" y="1080129"/>
                    <a:pt x="15531" y="1448919"/>
                  </a:cubicBezTo>
                  <a:cubicBezTo>
                    <a:pt x="-41670" y="1817710"/>
                    <a:pt x="59674" y="2318108"/>
                    <a:pt x="310500" y="2631375"/>
                  </a:cubicBezTo>
                  <a:cubicBezTo>
                    <a:pt x="647050" y="2954167"/>
                    <a:pt x="903422" y="3006218"/>
                    <a:pt x="1196631" y="3061819"/>
                  </a:cubicBezTo>
                  <a:cubicBezTo>
                    <a:pt x="1489840" y="3117420"/>
                    <a:pt x="1880314" y="3022660"/>
                    <a:pt x="2069756" y="2964981"/>
                  </a:cubicBezTo>
                  <a:cubicBezTo>
                    <a:pt x="2259198" y="2907302"/>
                    <a:pt x="2257875" y="2783080"/>
                    <a:pt x="2333281" y="2715744"/>
                  </a:cubicBezTo>
                  <a:cubicBezTo>
                    <a:pt x="2408687" y="2648408"/>
                    <a:pt x="2569289" y="2645365"/>
                    <a:pt x="2750794" y="2660977"/>
                  </a:cubicBezTo>
                  <a:cubicBezTo>
                    <a:pt x="3037073" y="2664682"/>
                    <a:pt x="3451145" y="2583849"/>
                    <a:pt x="3731868" y="2418881"/>
                  </a:cubicBezTo>
                  <a:cubicBezTo>
                    <a:pt x="4012591" y="2253913"/>
                    <a:pt x="4396237" y="1989463"/>
                    <a:pt x="4435131" y="1671169"/>
                  </a:cubicBezTo>
                  <a:cubicBezTo>
                    <a:pt x="4474025" y="1352875"/>
                    <a:pt x="4247071" y="787162"/>
                    <a:pt x="3965231" y="509119"/>
                  </a:cubicBezTo>
                  <a:cubicBezTo>
                    <a:pt x="3683391" y="231076"/>
                    <a:pt x="3258358" y="7235"/>
                    <a:pt x="2744089" y="2912"/>
                  </a:cubicBezTo>
                </a:path>
              </a:pathLst>
            </a:cu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9445344" y="595025"/>
              <a:ext cx="180976" cy="207168"/>
            </a:xfrm>
            <a:custGeom>
              <a:avLst/>
              <a:gdLst>
                <a:gd name="connsiteX0" fmla="*/ 233362 w 233362"/>
                <a:gd name="connsiteY0" fmla="*/ 288131 h 288131"/>
                <a:gd name="connsiteX1" fmla="*/ 104775 w 233362"/>
                <a:gd name="connsiteY1" fmla="*/ 111918 h 288131"/>
                <a:gd name="connsiteX2" fmla="*/ 0 w 233362"/>
                <a:gd name="connsiteY2" fmla="*/ 0 h 288131"/>
                <a:gd name="connsiteX0" fmla="*/ 235744 w 235744"/>
                <a:gd name="connsiteY0" fmla="*/ 288131 h 288131"/>
                <a:gd name="connsiteX1" fmla="*/ 107157 w 235744"/>
                <a:gd name="connsiteY1" fmla="*/ 111918 h 288131"/>
                <a:gd name="connsiteX2" fmla="*/ 0 w 235744"/>
                <a:gd name="connsiteY2" fmla="*/ 0 h 288131"/>
                <a:gd name="connsiteX0" fmla="*/ 180976 w 180976"/>
                <a:gd name="connsiteY0" fmla="*/ 207168 h 207168"/>
                <a:gd name="connsiteX1" fmla="*/ 107157 w 180976"/>
                <a:gd name="connsiteY1" fmla="*/ 111918 h 207168"/>
                <a:gd name="connsiteX2" fmla="*/ 0 w 180976"/>
                <a:gd name="connsiteY2" fmla="*/ 0 h 207168"/>
                <a:gd name="connsiteX0" fmla="*/ 180976 w 180976"/>
                <a:gd name="connsiteY0" fmla="*/ 207168 h 207168"/>
                <a:gd name="connsiteX1" fmla="*/ 102395 w 180976"/>
                <a:gd name="connsiteY1" fmla="*/ 102393 h 207168"/>
                <a:gd name="connsiteX2" fmla="*/ 0 w 180976"/>
                <a:gd name="connsiteY2" fmla="*/ 0 h 20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976" h="207168">
                  <a:moveTo>
                    <a:pt x="180976" y="207168"/>
                  </a:moveTo>
                  <a:cubicBezTo>
                    <a:pt x="136129" y="143072"/>
                    <a:pt x="132558" y="136921"/>
                    <a:pt x="102395" y="102393"/>
                  </a:cubicBezTo>
                  <a:cubicBezTo>
                    <a:pt x="72232" y="67865"/>
                    <a:pt x="32940" y="31948"/>
                    <a:pt x="0" y="0"/>
                  </a:cubicBezTo>
                </a:path>
              </a:pathLst>
            </a:custGeom>
            <a:noFill/>
            <a:ln w="22225">
              <a:solidFill>
                <a:srgbClr val="00B05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192557" y="1428462"/>
              <a:ext cx="1066800" cy="1066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1" name="Arc 30"/>
            <p:cNvSpPr/>
            <p:nvPr/>
          </p:nvSpPr>
          <p:spPr>
            <a:xfrm rot="3741072">
              <a:off x="6192557" y="1428462"/>
              <a:ext cx="1066800" cy="1066800"/>
            </a:xfrm>
            <a:prstGeom prst="arc">
              <a:avLst>
                <a:gd name="adj1" fmla="val 16200000"/>
                <a:gd name="adj2" fmla="val 17482673"/>
              </a:avLst>
            </a:prstGeom>
            <a:ln w="19050">
              <a:solidFill>
                <a:srgbClr val="00B0F0"/>
              </a:solidFill>
              <a:headEnd type="none" w="med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6671957" y="1907862"/>
              <a:ext cx="108000" cy="1080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202082" y="1961862"/>
                  <a:ext cx="9906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2082" y="1961862"/>
                  <a:ext cx="990600" cy="49244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5586149" y="1159974"/>
                  <a:ext cx="9906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HK" sz="2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zh-HK" altLang="en-US" sz="26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149" y="1159974"/>
                  <a:ext cx="990600" cy="49244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9692266" y="348803"/>
                  <a:ext cx="519112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2266" y="348803"/>
                  <a:ext cx="519112" cy="4924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Rectangle 47"/>
            <p:cNvSpPr/>
            <p:nvPr/>
          </p:nvSpPr>
          <p:spPr>
            <a:xfrm rot="2212378">
              <a:off x="7545600" y="-149045"/>
              <a:ext cx="129600" cy="19382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37" name="Straight Connector 36"/>
            <p:cNvCxnSpPr/>
            <p:nvPr/>
          </p:nvCxnSpPr>
          <p:spPr>
            <a:xfrm flipH="1">
              <a:off x="7004651" y="89377"/>
              <a:ext cx="1062062" cy="1425631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28" idx="11"/>
              <a:endCxn id="30" idx="7"/>
            </p:cNvCxnSpPr>
            <p:nvPr/>
          </p:nvCxnSpPr>
          <p:spPr>
            <a:xfrm flipH="1">
              <a:off x="7103128" y="100162"/>
              <a:ext cx="1134000" cy="1484529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7243385" y="567416"/>
              <a:ext cx="467111" cy="627014"/>
            </a:xfrm>
            <a:prstGeom prst="line">
              <a:avLst/>
            </a:prstGeom>
            <a:ln w="19050">
              <a:solidFill>
                <a:srgbClr val="FF000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7305543" y="668719"/>
              <a:ext cx="498750" cy="652919"/>
            </a:xfrm>
            <a:prstGeom prst="line">
              <a:avLst/>
            </a:prstGeom>
            <a:ln w="1905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418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</a:rPr>
              <a:t>First-order pole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-838200" y="1417638"/>
                <a:ext cx="4724400" cy="1138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bHide m:val="on"/>
                          <m:supHide m:val="on"/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num>
                            <m:den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8200" y="1417638"/>
                <a:ext cx="4724400" cy="11380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5775" y="2737939"/>
                <a:ext cx="4724400" cy="1217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>
                            <m:f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2737939"/>
                <a:ext cx="4724400" cy="12172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6029324" y="1801230"/>
            <a:ext cx="1895475" cy="18954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Oval 11"/>
          <p:cNvSpPr/>
          <p:nvPr/>
        </p:nvSpPr>
        <p:spPr>
          <a:xfrm>
            <a:off x="6923061" y="2694967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53161" y="2737939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zh-HK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61" y="2737939"/>
                <a:ext cx="1447800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507274" y="2518134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zh-HK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274" y="2518134"/>
                <a:ext cx="144780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/>
          <p:cNvSpPr/>
          <p:nvPr/>
        </p:nvSpPr>
        <p:spPr>
          <a:xfrm rot="4671061">
            <a:off x="6029324" y="1801230"/>
            <a:ext cx="1895474" cy="1895474"/>
          </a:xfrm>
          <a:prstGeom prst="arc">
            <a:avLst>
              <a:gd name="adj1" fmla="val 16200000"/>
              <a:gd name="adj2" fmla="val 17881187"/>
            </a:avLst>
          </a:prstGeom>
          <a:ln w="15875">
            <a:solidFill>
              <a:srgbClr val="385D8A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00600" y="4162300"/>
                <a:ext cx="4114800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4162300"/>
                <a:ext cx="4114800" cy="5421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34000" y="4715664"/>
                <a:ext cx="4114800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4715664"/>
                <a:ext cx="4114800" cy="5421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40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</a:rPr>
              <a:t>Higher-order pole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-838200" y="1417638"/>
                <a:ext cx="4724400" cy="1138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bHide m:val="on"/>
                          <m:supHide m:val="on"/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HK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HK" sz="32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altLang="zh-HK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HK" sz="3200" b="0" i="1" smtClean="0">
                                          <a:latin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8200" y="1417638"/>
                <a:ext cx="4724400" cy="11380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498489" y="2733411"/>
                <a:ext cx="4724400" cy="1217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>
                            <m:f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HK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8489" y="2733411"/>
                <a:ext cx="4724400" cy="12172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53000" y="4191000"/>
                <a:ext cx="4114800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191000"/>
                <a:ext cx="4114800" cy="5421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00800" y="4791864"/>
                <a:ext cx="4114800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800" y="4791864"/>
                <a:ext cx="4114800" cy="5421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6029324" y="1801230"/>
            <a:ext cx="1895475" cy="18954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Oval 11"/>
          <p:cNvSpPr/>
          <p:nvPr/>
        </p:nvSpPr>
        <p:spPr>
          <a:xfrm>
            <a:off x="6923061" y="2694967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53161" y="2737939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zh-HK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61" y="2737939"/>
                <a:ext cx="144780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507274" y="2518134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zh-HK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274" y="2518134"/>
                <a:ext cx="144780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/>
          <p:cNvSpPr/>
          <p:nvPr/>
        </p:nvSpPr>
        <p:spPr>
          <a:xfrm rot="4671061">
            <a:off x="6029324" y="1801230"/>
            <a:ext cx="1895474" cy="1895474"/>
          </a:xfrm>
          <a:prstGeom prst="arc">
            <a:avLst>
              <a:gd name="adj1" fmla="val 16200000"/>
              <a:gd name="adj2" fmla="val 17881187"/>
            </a:avLst>
          </a:prstGeom>
          <a:ln w="15875">
            <a:solidFill>
              <a:srgbClr val="385D8A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7200" y="4128436"/>
                <a:ext cx="4724400" cy="1199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nary>
                        <m:nary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HK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28436"/>
                <a:ext cx="4724400" cy="1199559"/>
              </a:xfrm>
              <a:prstGeom prst="rect">
                <a:avLst/>
              </a:prstGeom>
              <a:blipFill rotWithShape="0">
                <a:blip r:embed="rId8"/>
                <a:stretch>
                  <a:fillRect r="-5548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6832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rgbClr val="00B0F0"/>
                </a:solidFill>
              </a:rPr>
              <a:t>Laureant</a:t>
            </a:r>
            <a:r>
              <a:rPr lang="en-US" dirty="0">
                <a:solidFill>
                  <a:srgbClr val="00B0F0"/>
                </a:solidFill>
              </a:rPr>
              <a:t> series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29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66800" y="1143000"/>
                <a:ext cx="7010400" cy="1108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HK" sz="3200" i="1"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HK" sz="3200" i="1">
                              <a:latin typeface="Cambria Math" panose="02040503050406030204" pitchFamily="18" charset="0"/>
                            </a:rPr>
                            <m:t>𝜁</m:t>
                          </m:r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143000"/>
                <a:ext cx="7010400" cy="110870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91200" y="2688961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B050"/>
                </a:solidFill>
              </a:rPr>
              <a:t>power series</a:t>
            </a:r>
            <a:endParaRPr lang="zh-HK" altLang="en-US" sz="2400" dirty="0">
              <a:solidFill>
                <a:srgbClr val="00B050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781800" y="2057400"/>
            <a:ext cx="533400" cy="631561"/>
            <a:chOff x="6781800" y="2057400"/>
            <a:chExt cx="533400" cy="631561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7315200" y="2057400"/>
              <a:ext cx="0" cy="3048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781800" y="2362200"/>
              <a:ext cx="533400" cy="326761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38200" y="3429000"/>
                <a:ext cx="6705600" cy="2607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US" altLang="zh-HK" sz="3200" dirty="0"/>
                  <a:t>A function that is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HK" sz="3200" dirty="0"/>
                  <a:t>analytic except at finite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HK" sz="3200" b="0" dirty="0"/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HK" sz="3200" dirty="0"/>
                  <a:t>has </a:t>
                </a:r>
                <a:r>
                  <a:rPr lang="en-US" altLang="zh-HK" sz="3200" dirty="0" err="1"/>
                  <a:t>Laureant</a:t>
                </a:r>
                <a:r>
                  <a:rPr lang="en-US" altLang="zh-HK" sz="3200" dirty="0"/>
                  <a:t> series 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K" sz="3200" i="1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zh-HK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HK" sz="3200" b="0" dirty="0"/>
              </a:p>
              <a:p>
                <a:pPr>
                  <a:lnSpc>
                    <a:spcPct val="125000"/>
                  </a:lnSpc>
                </a:pPr>
                <a:r>
                  <a:rPr lang="en-US" altLang="zh-HK" sz="3200" dirty="0"/>
                  <a:t>is said to be </a:t>
                </a:r>
                <a:r>
                  <a:rPr lang="en-US" altLang="zh-HK" sz="3200" dirty="0" err="1"/>
                  <a:t>meromorphic</a:t>
                </a:r>
                <a:endParaRPr lang="zh-HK" altLang="en-US" sz="3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6705600" cy="2607893"/>
              </a:xfrm>
              <a:prstGeom prst="rect">
                <a:avLst/>
              </a:prstGeom>
              <a:blipFill rotWithShape="0">
                <a:blip r:embed="rId3"/>
                <a:stretch>
                  <a:fillRect l="-2364" b="-6792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260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</a:rPr>
              <a:t>Integral around a pole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98000" y="1417638"/>
                <a:ext cx="7010400" cy="983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zh-HK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HK" sz="2800" i="1"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HK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HK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HK" sz="2800" i="1">
                              <a:latin typeface="Cambria Math" panose="02040503050406030204" pitchFamily="18" charset="0"/>
                            </a:rPr>
                            <m:t>𝜁</m:t>
                          </m:r>
                        </m:den>
                      </m:f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00" y="1417638"/>
                <a:ext cx="7010400" cy="98328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914400" y="2583483"/>
                <a:ext cx="7010400" cy="97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bHide m:val="on"/>
                          <m:supHide m:val="on"/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HK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K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HK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4400" y="2583483"/>
                <a:ext cx="7010400" cy="9734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-1244600" y="3739517"/>
                <a:ext cx="7010400" cy="998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∮"/>
                          <m:subHide m:val="on"/>
                          <m:supHide m:val="on"/>
                          <m:ctrlP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28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HK" sz="2800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en-US" altLang="zh-HK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altLang="zh-HK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44600" y="3739517"/>
                <a:ext cx="7010400" cy="99860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5253081" y="3364018"/>
            <a:ext cx="3242071" cy="1866605"/>
          </a:xfrm>
          <a:custGeom>
            <a:avLst/>
            <a:gdLst>
              <a:gd name="connsiteX0" fmla="*/ 1793028 w 2958790"/>
              <a:gd name="connsiteY0" fmla="*/ 56889 h 1564424"/>
              <a:gd name="connsiteX1" fmla="*/ 995170 w 2958790"/>
              <a:gd name="connsiteY1" fmla="*/ 218254 h 1564424"/>
              <a:gd name="connsiteX2" fmla="*/ 286958 w 2958790"/>
              <a:gd name="connsiteY2" fmla="*/ 549948 h 1564424"/>
              <a:gd name="connsiteX3" fmla="*/ 87 w 2958790"/>
              <a:gd name="connsiteY3" fmla="*/ 1034042 h 1564424"/>
              <a:gd name="connsiteX4" fmla="*/ 260064 w 2958790"/>
              <a:gd name="connsiteY4" fmla="*/ 1168513 h 1564424"/>
              <a:gd name="connsiteX5" fmla="*/ 573828 w 2958790"/>
              <a:gd name="connsiteY5" fmla="*/ 1177478 h 1564424"/>
              <a:gd name="connsiteX6" fmla="*/ 914487 w 2958790"/>
              <a:gd name="connsiteY6" fmla="*/ 1473313 h 1564424"/>
              <a:gd name="connsiteX7" fmla="*/ 1416511 w 2958790"/>
              <a:gd name="connsiteY7" fmla="*/ 1437454 h 1564424"/>
              <a:gd name="connsiteX8" fmla="*/ 1990252 w 2958790"/>
              <a:gd name="connsiteY8" fmla="*/ 1562960 h 1564424"/>
              <a:gd name="connsiteX9" fmla="*/ 2868793 w 2958790"/>
              <a:gd name="connsiteY9" fmla="*/ 1338842 h 1564424"/>
              <a:gd name="connsiteX10" fmla="*/ 2841899 w 2958790"/>
              <a:gd name="connsiteY10" fmla="*/ 209289 h 1564424"/>
              <a:gd name="connsiteX11" fmla="*/ 2088864 w 2958790"/>
              <a:gd name="connsiteY11" fmla="*/ 3101 h 1564424"/>
              <a:gd name="connsiteX0" fmla="*/ 1866053 w 2958790"/>
              <a:gd name="connsiteY0" fmla="*/ 0 h 1653585"/>
              <a:gd name="connsiteX1" fmla="*/ 995170 w 2958790"/>
              <a:gd name="connsiteY1" fmla="*/ 307415 h 1653585"/>
              <a:gd name="connsiteX2" fmla="*/ 286958 w 2958790"/>
              <a:gd name="connsiteY2" fmla="*/ 639109 h 1653585"/>
              <a:gd name="connsiteX3" fmla="*/ 87 w 2958790"/>
              <a:gd name="connsiteY3" fmla="*/ 1123203 h 1653585"/>
              <a:gd name="connsiteX4" fmla="*/ 260064 w 2958790"/>
              <a:gd name="connsiteY4" fmla="*/ 1257674 h 1653585"/>
              <a:gd name="connsiteX5" fmla="*/ 573828 w 2958790"/>
              <a:gd name="connsiteY5" fmla="*/ 1266639 h 1653585"/>
              <a:gd name="connsiteX6" fmla="*/ 914487 w 2958790"/>
              <a:gd name="connsiteY6" fmla="*/ 1562474 h 1653585"/>
              <a:gd name="connsiteX7" fmla="*/ 1416511 w 2958790"/>
              <a:gd name="connsiteY7" fmla="*/ 1526615 h 1653585"/>
              <a:gd name="connsiteX8" fmla="*/ 1990252 w 2958790"/>
              <a:gd name="connsiteY8" fmla="*/ 1652121 h 1653585"/>
              <a:gd name="connsiteX9" fmla="*/ 2868793 w 2958790"/>
              <a:gd name="connsiteY9" fmla="*/ 1428003 h 1653585"/>
              <a:gd name="connsiteX10" fmla="*/ 2841899 w 2958790"/>
              <a:gd name="connsiteY10" fmla="*/ 298450 h 1653585"/>
              <a:gd name="connsiteX11" fmla="*/ 2088864 w 2958790"/>
              <a:gd name="connsiteY11" fmla="*/ 92262 h 1653585"/>
              <a:gd name="connsiteX0" fmla="*/ 1866053 w 2958790"/>
              <a:gd name="connsiteY0" fmla="*/ 0 h 1653585"/>
              <a:gd name="connsiteX1" fmla="*/ 960245 w 2958790"/>
              <a:gd name="connsiteY1" fmla="*/ 205815 h 1653585"/>
              <a:gd name="connsiteX2" fmla="*/ 286958 w 2958790"/>
              <a:gd name="connsiteY2" fmla="*/ 639109 h 1653585"/>
              <a:gd name="connsiteX3" fmla="*/ 87 w 2958790"/>
              <a:gd name="connsiteY3" fmla="*/ 1123203 h 1653585"/>
              <a:gd name="connsiteX4" fmla="*/ 260064 w 2958790"/>
              <a:gd name="connsiteY4" fmla="*/ 1257674 h 1653585"/>
              <a:gd name="connsiteX5" fmla="*/ 573828 w 2958790"/>
              <a:gd name="connsiteY5" fmla="*/ 1266639 h 1653585"/>
              <a:gd name="connsiteX6" fmla="*/ 914487 w 2958790"/>
              <a:gd name="connsiteY6" fmla="*/ 1562474 h 1653585"/>
              <a:gd name="connsiteX7" fmla="*/ 1416511 w 2958790"/>
              <a:gd name="connsiteY7" fmla="*/ 1526615 h 1653585"/>
              <a:gd name="connsiteX8" fmla="*/ 1990252 w 2958790"/>
              <a:gd name="connsiteY8" fmla="*/ 1652121 h 1653585"/>
              <a:gd name="connsiteX9" fmla="*/ 2868793 w 2958790"/>
              <a:gd name="connsiteY9" fmla="*/ 1428003 h 1653585"/>
              <a:gd name="connsiteX10" fmla="*/ 2841899 w 2958790"/>
              <a:gd name="connsiteY10" fmla="*/ 298450 h 1653585"/>
              <a:gd name="connsiteX11" fmla="*/ 2088864 w 2958790"/>
              <a:gd name="connsiteY11" fmla="*/ 92262 h 1653585"/>
              <a:gd name="connsiteX0" fmla="*/ 1910488 w 3003225"/>
              <a:gd name="connsiteY0" fmla="*/ 0 h 1653585"/>
              <a:gd name="connsiteX1" fmla="*/ 1004680 w 3003225"/>
              <a:gd name="connsiteY1" fmla="*/ 205815 h 1653585"/>
              <a:gd name="connsiteX2" fmla="*/ 331393 w 3003225"/>
              <a:gd name="connsiteY2" fmla="*/ 639109 h 1653585"/>
              <a:gd name="connsiteX3" fmla="*/ 72 w 3003225"/>
              <a:gd name="connsiteY3" fmla="*/ 1262903 h 1653585"/>
              <a:gd name="connsiteX4" fmla="*/ 304499 w 3003225"/>
              <a:gd name="connsiteY4" fmla="*/ 1257674 h 1653585"/>
              <a:gd name="connsiteX5" fmla="*/ 618263 w 3003225"/>
              <a:gd name="connsiteY5" fmla="*/ 1266639 h 1653585"/>
              <a:gd name="connsiteX6" fmla="*/ 958922 w 3003225"/>
              <a:gd name="connsiteY6" fmla="*/ 1562474 h 1653585"/>
              <a:gd name="connsiteX7" fmla="*/ 1460946 w 3003225"/>
              <a:gd name="connsiteY7" fmla="*/ 1526615 h 1653585"/>
              <a:gd name="connsiteX8" fmla="*/ 2034687 w 3003225"/>
              <a:gd name="connsiteY8" fmla="*/ 1652121 h 1653585"/>
              <a:gd name="connsiteX9" fmla="*/ 2913228 w 3003225"/>
              <a:gd name="connsiteY9" fmla="*/ 1428003 h 1653585"/>
              <a:gd name="connsiteX10" fmla="*/ 2886334 w 3003225"/>
              <a:gd name="connsiteY10" fmla="*/ 298450 h 1653585"/>
              <a:gd name="connsiteX11" fmla="*/ 2133299 w 3003225"/>
              <a:gd name="connsiteY11" fmla="*/ 92262 h 1653585"/>
              <a:gd name="connsiteX0" fmla="*/ 1910417 w 3003154"/>
              <a:gd name="connsiteY0" fmla="*/ 0 h 1653585"/>
              <a:gd name="connsiteX1" fmla="*/ 1004609 w 3003154"/>
              <a:gd name="connsiteY1" fmla="*/ 205815 h 1653585"/>
              <a:gd name="connsiteX2" fmla="*/ 331322 w 3003154"/>
              <a:gd name="connsiteY2" fmla="*/ 639109 h 1653585"/>
              <a:gd name="connsiteX3" fmla="*/ 1 w 3003154"/>
              <a:gd name="connsiteY3" fmla="*/ 1262903 h 1653585"/>
              <a:gd name="connsiteX4" fmla="*/ 329828 w 3003154"/>
              <a:gd name="connsiteY4" fmla="*/ 1365624 h 1653585"/>
              <a:gd name="connsiteX5" fmla="*/ 618192 w 3003154"/>
              <a:gd name="connsiteY5" fmla="*/ 1266639 h 1653585"/>
              <a:gd name="connsiteX6" fmla="*/ 958851 w 3003154"/>
              <a:gd name="connsiteY6" fmla="*/ 1562474 h 1653585"/>
              <a:gd name="connsiteX7" fmla="*/ 1460875 w 3003154"/>
              <a:gd name="connsiteY7" fmla="*/ 1526615 h 1653585"/>
              <a:gd name="connsiteX8" fmla="*/ 2034616 w 3003154"/>
              <a:gd name="connsiteY8" fmla="*/ 1652121 h 1653585"/>
              <a:gd name="connsiteX9" fmla="*/ 2913157 w 3003154"/>
              <a:gd name="connsiteY9" fmla="*/ 1428003 h 1653585"/>
              <a:gd name="connsiteX10" fmla="*/ 2886263 w 3003154"/>
              <a:gd name="connsiteY10" fmla="*/ 298450 h 1653585"/>
              <a:gd name="connsiteX11" fmla="*/ 2133228 w 3003154"/>
              <a:gd name="connsiteY11" fmla="*/ 92262 h 1653585"/>
              <a:gd name="connsiteX0" fmla="*/ 1910417 w 3003154"/>
              <a:gd name="connsiteY0" fmla="*/ 0 h 1653585"/>
              <a:gd name="connsiteX1" fmla="*/ 1004609 w 3003154"/>
              <a:gd name="connsiteY1" fmla="*/ 205815 h 1653585"/>
              <a:gd name="connsiteX2" fmla="*/ 331322 w 3003154"/>
              <a:gd name="connsiteY2" fmla="*/ 639109 h 1653585"/>
              <a:gd name="connsiteX3" fmla="*/ 1 w 3003154"/>
              <a:gd name="connsiteY3" fmla="*/ 1262903 h 1653585"/>
              <a:gd name="connsiteX4" fmla="*/ 329828 w 3003154"/>
              <a:gd name="connsiteY4" fmla="*/ 1365624 h 1653585"/>
              <a:gd name="connsiteX5" fmla="*/ 618192 w 3003154"/>
              <a:gd name="connsiteY5" fmla="*/ 1266639 h 1653585"/>
              <a:gd name="connsiteX6" fmla="*/ 958851 w 3003154"/>
              <a:gd name="connsiteY6" fmla="*/ 1562474 h 1653585"/>
              <a:gd name="connsiteX7" fmla="*/ 1460875 w 3003154"/>
              <a:gd name="connsiteY7" fmla="*/ 1526615 h 1653585"/>
              <a:gd name="connsiteX8" fmla="*/ 2034616 w 3003154"/>
              <a:gd name="connsiteY8" fmla="*/ 1652121 h 1653585"/>
              <a:gd name="connsiteX9" fmla="*/ 2913157 w 3003154"/>
              <a:gd name="connsiteY9" fmla="*/ 1428003 h 1653585"/>
              <a:gd name="connsiteX10" fmla="*/ 2886263 w 3003154"/>
              <a:gd name="connsiteY10" fmla="*/ 298450 h 1653585"/>
              <a:gd name="connsiteX11" fmla="*/ 2133228 w 3003154"/>
              <a:gd name="connsiteY11" fmla="*/ 92262 h 1653585"/>
              <a:gd name="connsiteX0" fmla="*/ 1910417 w 3003154"/>
              <a:gd name="connsiteY0" fmla="*/ 0 h 1653585"/>
              <a:gd name="connsiteX1" fmla="*/ 1004609 w 3003154"/>
              <a:gd name="connsiteY1" fmla="*/ 205815 h 1653585"/>
              <a:gd name="connsiteX2" fmla="*/ 331322 w 3003154"/>
              <a:gd name="connsiteY2" fmla="*/ 639109 h 1653585"/>
              <a:gd name="connsiteX3" fmla="*/ 1 w 3003154"/>
              <a:gd name="connsiteY3" fmla="*/ 1262903 h 1653585"/>
              <a:gd name="connsiteX4" fmla="*/ 329828 w 3003154"/>
              <a:gd name="connsiteY4" fmla="*/ 1365624 h 1653585"/>
              <a:gd name="connsiteX5" fmla="*/ 691217 w 3003154"/>
              <a:gd name="connsiteY5" fmla="*/ 1406339 h 1653585"/>
              <a:gd name="connsiteX6" fmla="*/ 958851 w 3003154"/>
              <a:gd name="connsiteY6" fmla="*/ 1562474 h 1653585"/>
              <a:gd name="connsiteX7" fmla="*/ 1460875 w 3003154"/>
              <a:gd name="connsiteY7" fmla="*/ 1526615 h 1653585"/>
              <a:gd name="connsiteX8" fmla="*/ 2034616 w 3003154"/>
              <a:gd name="connsiteY8" fmla="*/ 1652121 h 1653585"/>
              <a:gd name="connsiteX9" fmla="*/ 2913157 w 3003154"/>
              <a:gd name="connsiteY9" fmla="*/ 1428003 h 1653585"/>
              <a:gd name="connsiteX10" fmla="*/ 2886263 w 3003154"/>
              <a:gd name="connsiteY10" fmla="*/ 298450 h 1653585"/>
              <a:gd name="connsiteX11" fmla="*/ 2133228 w 3003154"/>
              <a:gd name="connsiteY11" fmla="*/ 92262 h 1653585"/>
              <a:gd name="connsiteX0" fmla="*/ 1910417 w 3003154"/>
              <a:gd name="connsiteY0" fmla="*/ 0 h 1653585"/>
              <a:gd name="connsiteX1" fmla="*/ 1004609 w 3003154"/>
              <a:gd name="connsiteY1" fmla="*/ 205815 h 1653585"/>
              <a:gd name="connsiteX2" fmla="*/ 331322 w 3003154"/>
              <a:gd name="connsiteY2" fmla="*/ 639109 h 1653585"/>
              <a:gd name="connsiteX3" fmla="*/ 1 w 3003154"/>
              <a:gd name="connsiteY3" fmla="*/ 1262903 h 1653585"/>
              <a:gd name="connsiteX4" fmla="*/ 329828 w 3003154"/>
              <a:gd name="connsiteY4" fmla="*/ 1365624 h 1653585"/>
              <a:gd name="connsiteX5" fmla="*/ 691217 w 3003154"/>
              <a:gd name="connsiteY5" fmla="*/ 1406339 h 1653585"/>
              <a:gd name="connsiteX6" fmla="*/ 958851 w 3003154"/>
              <a:gd name="connsiteY6" fmla="*/ 1562474 h 1653585"/>
              <a:gd name="connsiteX7" fmla="*/ 1460875 w 3003154"/>
              <a:gd name="connsiteY7" fmla="*/ 1526615 h 1653585"/>
              <a:gd name="connsiteX8" fmla="*/ 2034616 w 3003154"/>
              <a:gd name="connsiteY8" fmla="*/ 1652121 h 1653585"/>
              <a:gd name="connsiteX9" fmla="*/ 2913157 w 3003154"/>
              <a:gd name="connsiteY9" fmla="*/ 1428003 h 1653585"/>
              <a:gd name="connsiteX10" fmla="*/ 2886263 w 3003154"/>
              <a:gd name="connsiteY10" fmla="*/ 298450 h 1653585"/>
              <a:gd name="connsiteX11" fmla="*/ 2133228 w 3003154"/>
              <a:gd name="connsiteY11" fmla="*/ 92262 h 1653585"/>
              <a:gd name="connsiteX0" fmla="*/ 1910417 w 3003154"/>
              <a:gd name="connsiteY0" fmla="*/ 0 h 1653502"/>
              <a:gd name="connsiteX1" fmla="*/ 1004609 w 3003154"/>
              <a:gd name="connsiteY1" fmla="*/ 205815 h 1653502"/>
              <a:gd name="connsiteX2" fmla="*/ 331322 w 3003154"/>
              <a:gd name="connsiteY2" fmla="*/ 639109 h 1653502"/>
              <a:gd name="connsiteX3" fmla="*/ 1 w 3003154"/>
              <a:gd name="connsiteY3" fmla="*/ 1262903 h 1653502"/>
              <a:gd name="connsiteX4" fmla="*/ 329828 w 3003154"/>
              <a:gd name="connsiteY4" fmla="*/ 1365624 h 1653502"/>
              <a:gd name="connsiteX5" fmla="*/ 691217 w 3003154"/>
              <a:gd name="connsiteY5" fmla="*/ 1406339 h 1653502"/>
              <a:gd name="connsiteX6" fmla="*/ 1247776 w 3003154"/>
              <a:gd name="connsiteY6" fmla="*/ 1613274 h 1653502"/>
              <a:gd name="connsiteX7" fmla="*/ 1460875 w 3003154"/>
              <a:gd name="connsiteY7" fmla="*/ 1526615 h 1653502"/>
              <a:gd name="connsiteX8" fmla="*/ 2034616 w 3003154"/>
              <a:gd name="connsiteY8" fmla="*/ 1652121 h 1653502"/>
              <a:gd name="connsiteX9" fmla="*/ 2913157 w 3003154"/>
              <a:gd name="connsiteY9" fmla="*/ 1428003 h 1653502"/>
              <a:gd name="connsiteX10" fmla="*/ 2886263 w 3003154"/>
              <a:gd name="connsiteY10" fmla="*/ 298450 h 1653502"/>
              <a:gd name="connsiteX11" fmla="*/ 2133228 w 3003154"/>
              <a:gd name="connsiteY11" fmla="*/ 92262 h 1653502"/>
              <a:gd name="connsiteX0" fmla="*/ 1910417 w 3003154"/>
              <a:gd name="connsiteY0" fmla="*/ 0 h 1721270"/>
              <a:gd name="connsiteX1" fmla="*/ 1004609 w 3003154"/>
              <a:gd name="connsiteY1" fmla="*/ 205815 h 1721270"/>
              <a:gd name="connsiteX2" fmla="*/ 331322 w 3003154"/>
              <a:gd name="connsiteY2" fmla="*/ 639109 h 1721270"/>
              <a:gd name="connsiteX3" fmla="*/ 1 w 3003154"/>
              <a:gd name="connsiteY3" fmla="*/ 1262903 h 1721270"/>
              <a:gd name="connsiteX4" fmla="*/ 329828 w 3003154"/>
              <a:gd name="connsiteY4" fmla="*/ 1365624 h 1721270"/>
              <a:gd name="connsiteX5" fmla="*/ 691217 w 3003154"/>
              <a:gd name="connsiteY5" fmla="*/ 1406339 h 1721270"/>
              <a:gd name="connsiteX6" fmla="*/ 1247776 w 3003154"/>
              <a:gd name="connsiteY6" fmla="*/ 1613274 h 1721270"/>
              <a:gd name="connsiteX7" fmla="*/ 1794250 w 3003154"/>
              <a:gd name="connsiteY7" fmla="*/ 1720290 h 1721270"/>
              <a:gd name="connsiteX8" fmla="*/ 2034616 w 3003154"/>
              <a:gd name="connsiteY8" fmla="*/ 1652121 h 1721270"/>
              <a:gd name="connsiteX9" fmla="*/ 2913157 w 3003154"/>
              <a:gd name="connsiteY9" fmla="*/ 1428003 h 1721270"/>
              <a:gd name="connsiteX10" fmla="*/ 2886263 w 3003154"/>
              <a:gd name="connsiteY10" fmla="*/ 298450 h 1721270"/>
              <a:gd name="connsiteX11" fmla="*/ 2133228 w 3003154"/>
              <a:gd name="connsiteY11" fmla="*/ 92262 h 1721270"/>
              <a:gd name="connsiteX0" fmla="*/ 1910417 w 2974713"/>
              <a:gd name="connsiteY0" fmla="*/ 0 h 1783354"/>
              <a:gd name="connsiteX1" fmla="*/ 1004609 w 2974713"/>
              <a:gd name="connsiteY1" fmla="*/ 205815 h 1783354"/>
              <a:gd name="connsiteX2" fmla="*/ 331322 w 2974713"/>
              <a:gd name="connsiteY2" fmla="*/ 639109 h 1783354"/>
              <a:gd name="connsiteX3" fmla="*/ 1 w 2974713"/>
              <a:gd name="connsiteY3" fmla="*/ 1262903 h 1783354"/>
              <a:gd name="connsiteX4" fmla="*/ 329828 w 2974713"/>
              <a:gd name="connsiteY4" fmla="*/ 1365624 h 1783354"/>
              <a:gd name="connsiteX5" fmla="*/ 691217 w 2974713"/>
              <a:gd name="connsiteY5" fmla="*/ 1406339 h 1783354"/>
              <a:gd name="connsiteX6" fmla="*/ 1247776 w 2974713"/>
              <a:gd name="connsiteY6" fmla="*/ 1613274 h 1783354"/>
              <a:gd name="connsiteX7" fmla="*/ 1794250 w 2974713"/>
              <a:gd name="connsiteY7" fmla="*/ 1720290 h 1783354"/>
              <a:gd name="connsiteX8" fmla="*/ 2466416 w 2974713"/>
              <a:gd name="connsiteY8" fmla="*/ 1766421 h 1783354"/>
              <a:gd name="connsiteX9" fmla="*/ 2913157 w 2974713"/>
              <a:gd name="connsiteY9" fmla="*/ 1428003 h 1783354"/>
              <a:gd name="connsiteX10" fmla="*/ 2886263 w 2974713"/>
              <a:gd name="connsiteY10" fmla="*/ 298450 h 1783354"/>
              <a:gd name="connsiteX11" fmla="*/ 2133228 w 2974713"/>
              <a:gd name="connsiteY11" fmla="*/ 92262 h 1783354"/>
              <a:gd name="connsiteX0" fmla="*/ 1910417 w 3228177"/>
              <a:gd name="connsiteY0" fmla="*/ 0 h 1790793"/>
              <a:gd name="connsiteX1" fmla="*/ 1004609 w 3228177"/>
              <a:gd name="connsiteY1" fmla="*/ 205815 h 1790793"/>
              <a:gd name="connsiteX2" fmla="*/ 331322 w 3228177"/>
              <a:gd name="connsiteY2" fmla="*/ 639109 h 1790793"/>
              <a:gd name="connsiteX3" fmla="*/ 1 w 3228177"/>
              <a:gd name="connsiteY3" fmla="*/ 1262903 h 1790793"/>
              <a:gd name="connsiteX4" fmla="*/ 329828 w 3228177"/>
              <a:gd name="connsiteY4" fmla="*/ 1365624 h 1790793"/>
              <a:gd name="connsiteX5" fmla="*/ 691217 w 3228177"/>
              <a:gd name="connsiteY5" fmla="*/ 1406339 h 1790793"/>
              <a:gd name="connsiteX6" fmla="*/ 1247776 w 3228177"/>
              <a:gd name="connsiteY6" fmla="*/ 1613274 h 1790793"/>
              <a:gd name="connsiteX7" fmla="*/ 1794250 w 3228177"/>
              <a:gd name="connsiteY7" fmla="*/ 1720290 h 1790793"/>
              <a:gd name="connsiteX8" fmla="*/ 2466416 w 3228177"/>
              <a:gd name="connsiteY8" fmla="*/ 1766421 h 1790793"/>
              <a:gd name="connsiteX9" fmla="*/ 3214782 w 3228177"/>
              <a:gd name="connsiteY9" fmla="*/ 1323228 h 1790793"/>
              <a:gd name="connsiteX10" fmla="*/ 2886263 w 3228177"/>
              <a:gd name="connsiteY10" fmla="*/ 298450 h 1790793"/>
              <a:gd name="connsiteX11" fmla="*/ 2133228 w 3228177"/>
              <a:gd name="connsiteY11" fmla="*/ 92262 h 1790793"/>
              <a:gd name="connsiteX0" fmla="*/ 1910417 w 3238667"/>
              <a:gd name="connsiteY0" fmla="*/ 0 h 1790793"/>
              <a:gd name="connsiteX1" fmla="*/ 1004609 w 3238667"/>
              <a:gd name="connsiteY1" fmla="*/ 205815 h 1790793"/>
              <a:gd name="connsiteX2" fmla="*/ 331322 w 3238667"/>
              <a:gd name="connsiteY2" fmla="*/ 639109 h 1790793"/>
              <a:gd name="connsiteX3" fmla="*/ 1 w 3238667"/>
              <a:gd name="connsiteY3" fmla="*/ 1262903 h 1790793"/>
              <a:gd name="connsiteX4" fmla="*/ 329828 w 3238667"/>
              <a:gd name="connsiteY4" fmla="*/ 1365624 h 1790793"/>
              <a:gd name="connsiteX5" fmla="*/ 691217 w 3238667"/>
              <a:gd name="connsiteY5" fmla="*/ 1406339 h 1790793"/>
              <a:gd name="connsiteX6" fmla="*/ 1247776 w 3238667"/>
              <a:gd name="connsiteY6" fmla="*/ 1613274 h 1790793"/>
              <a:gd name="connsiteX7" fmla="*/ 1794250 w 3238667"/>
              <a:gd name="connsiteY7" fmla="*/ 1720290 h 1790793"/>
              <a:gd name="connsiteX8" fmla="*/ 2466416 w 3238667"/>
              <a:gd name="connsiteY8" fmla="*/ 1766421 h 1790793"/>
              <a:gd name="connsiteX9" fmla="*/ 3214782 w 3238667"/>
              <a:gd name="connsiteY9" fmla="*/ 1323228 h 1790793"/>
              <a:gd name="connsiteX10" fmla="*/ 2968813 w 3238667"/>
              <a:gd name="connsiteY10" fmla="*/ 330200 h 1790793"/>
              <a:gd name="connsiteX11" fmla="*/ 2133228 w 3238667"/>
              <a:gd name="connsiteY11" fmla="*/ 92262 h 1790793"/>
              <a:gd name="connsiteX0" fmla="*/ 1910417 w 3276682"/>
              <a:gd name="connsiteY0" fmla="*/ 0 h 1790793"/>
              <a:gd name="connsiteX1" fmla="*/ 1004609 w 3276682"/>
              <a:gd name="connsiteY1" fmla="*/ 205815 h 1790793"/>
              <a:gd name="connsiteX2" fmla="*/ 331322 w 3276682"/>
              <a:gd name="connsiteY2" fmla="*/ 639109 h 1790793"/>
              <a:gd name="connsiteX3" fmla="*/ 1 w 3276682"/>
              <a:gd name="connsiteY3" fmla="*/ 1262903 h 1790793"/>
              <a:gd name="connsiteX4" fmla="*/ 329828 w 3276682"/>
              <a:gd name="connsiteY4" fmla="*/ 1365624 h 1790793"/>
              <a:gd name="connsiteX5" fmla="*/ 691217 w 3276682"/>
              <a:gd name="connsiteY5" fmla="*/ 1406339 h 1790793"/>
              <a:gd name="connsiteX6" fmla="*/ 1247776 w 3276682"/>
              <a:gd name="connsiteY6" fmla="*/ 1613274 h 1790793"/>
              <a:gd name="connsiteX7" fmla="*/ 1794250 w 3276682"/>
              <a:gd name="connsiteY7" fmla="*/ 1720290 h 1790793"/>
              <a:gd name="connsiteX8" fmla="*/ 2466416 w 3276682"/>
              <a:gd name="connsiteY8" fmla="*/ 1766421 h 1790793"/>
              <a:gd name="connsiteX9" fmla="*/ 3214782 w 3276682"/>
              <a:gd name="connsiteY9" fmla="*/ 1323228 h 1790793"/>
              <a:gd name="connsiteX10" fmla="*/ 2968813 w 3276682"/>
              <a:gd name="connsiteY10" fmla="*/ 330200 h 1790793"/>
              <a:gd name="connsiteX11" fmla="*/ 2133228 w 3276682"/>
              <a:gd name="connsiteY11" fmla="*/ 92262 h 1790793"/>
              <a:gd name="connsiteX0" fmla="*/ 1910417 w 3240605"/>
              <a:gd name="connsiteY0" fmla="*/ 16053 h 1806846"/>
              <a:gd name="connsiteX1" fmla="*/ 1004609 w 3240605"/>
              <a:gd name="connsiteY1" fmla="*/ 221868 h 1806846"/>
              <a:gd name="connsiteX2" fmla="*/ 331322 w 3240605"/>
              <a:gd name="connsiteY2" fmla="*/ 655162 h 1806846"/>
              <a:gd name="connsiteX3" fmla="*/ 1 w 3240605"/>
              <a:gd name="connsiteY3" fmla="*/ 1278956 h 1806846"/>
              <a:gd name="connsiteX4" fmla="*/ 329828 w 3240605"/>
              <a:gd name="connsiteY4" fmla="*/ 1381677 h 1806846"/>
              <a:gd name="connsiteX5" fmla="*/ 691217 w 3240605"/>
              <a:gd name="connsiteY5" fmla="*/ 1422392 h 1806846"/>
              <a:gd name="connsiteX6" fmla="*/ 1247776 w 3240605"/>
              <a:gd name="connsiteY6" fmla="*/ 1629327 h 1806846"/>
              <a:gd name="connsiteX7" fmla="*/ 1794250 w 3240605"/>
              <a:gd name="connsiteY7" fmla="*/ 1736343 h 1806846"/>
              <a:gd name="connsiteX8" fmla="*/ 2466416 w 3240605"/>
              <a:gd name="connsiteY8" fmla="*/ 1782474 h 1806846"/>
              <a:gd name="connsiteX9" fmla="*/ 3214782 w 3240605"/>
              <a:gd name="connsiteY9" fmla="*/ 1339281 h 1806846"/>
              <a:gd name="connsiteX10" fmla="*/ 2968813 w 3240605"/>
              <a:gd name="connsiteY10" fmla="*/ 346253 h 1806846"/>
              <a:gd name="connsiteX11" fmla="*/ 2015753 w 3240605"/>
              <a:gd name="connsiteY11" fmla="*/ 365 h 1806846"/>
              <a:gd name="connsiteX0" fmla="*/ 1910417 w 3240605"/>
              <a:gd name="connsiteY0" fmla="*/ 36020 h 1826813"/>
              <a:gd name="connsiteX1" fmla="*/ 1004609 w 3240605"/>
              <a:gd name="connsiteY1" fmla="*/ 241835 h 1826813"/>
              <a:gd name="connsiteX2" fmla="*/ 331322 w 3240605"/>
              <a:gd name="connsiteY2" fmla="*/ 675129 h 1826813"/>
              <a:gd name="connsiteX3" fmla="*/ 1 w 3240605"/>
              <a:gd name="connsiteY3" fmla="*/ 1298923 h 1826813"/>
              <a:gd name="connsiteX4" fmla="*/ 329828 w 3240605"/>
              <a:gd name="connsiteY4" fmla="*/ 1401644 h 1826813"/>
              <a:gd name="connsiteX5" fmla="*/ 691217 w 3240605"/>
              <a:gd name="connsiteY5" fmla="*/ 1442359 h 1826813"/>
              <a:gd name="connsiteX6" fmla="*/ 1247776 w 3240605"/>
              <a:gd name="connsiteY6" fmla="*/ 1649294 h 1826813"/>
              <a:gd name="connsiteX7" fmla="*/ 1794250 w 3240605"/>
              <a:gd name="connsiteY7" fmla="*/ 1756310 h 1826813"/>
              <a:gd name="connsiteX8" fmla="*/ 2466416 w 3240605"/>
              <a:gd name="connsiteY8" fmla="*/ 1802441 h 1826813"/>
              <a:gd name="connsiteX9" fmla="*/ 3214782 w 3240605"/>
              <a:gd name="connsiteY9" fmla="*/ 1359248 h 1826813"/>
              <a:gd name="connsiteX10" fmla="*/ 2968813 w 3240605"/>
              <a:gd name="connsiteY10" fmla="*/ 366220 h 1826813"/>
              <a:gd name="connsiteX11" fmla="*/ 2015753 w 3240605"/>
              <a:gd name="connsiteY11" fmla="*/ 20332 h 1826813"/>
              <a:gd name="connsiteX0" fmla="*/ 1897717 w 3240605"/>
              <a:gd name="connsiteY0" fmla="*/ 0 h 1851118"/>
              <a:gd name="connsiteX1" fmla="*/ 1004609 w 3240605"/>
              <a:gd name="connsiteY1" fmla="*/ 266140 h 1851118"/>
              <a:gd name="connsiteX2" fmla="*/ 331322 w 3240605"/>
              <a:gd name="connsiteY2" fmla="*/ 699434 h 1851118"/>
              <a:gd name="connsiteX3" fmla="*/ 1 w 3240605"/>
              <a:gd name="connsiteY3" fmla="*/ 1323228 h 1851118"/>
              <a:gd name="connsiteX4" fmla="*/ 329828 w 3240605"/>
              <a:gd name="connsiteY4" fmla="*/ 1425949 h 1851118"/>
              <a:gd name="connsiteX5" fmla="*/ 691217 w 3240605"/>
              <a:gd name="connsiteY5" fmla="*/ 1466664 h 1851118"/>
              <a:gd name="connsiteX6" fmla="*/ 1247776 w 3240605"/>
              <a:gd name="connsiteY6" fmla="*/ 1673599 h 1851118"/>
              <a:gd name="connsiteX7" fmla="*/ 1794250 w 3240605"/>
              <a:gd name="connsiteY7" fmla="*/ 1780615 h 1851118"/>
              <a:gd name="connsiteX8" fmla="*/ 2466416 w 3240605"/>
              <a:gd name="connsiteY8" fmla="*/ 1826746 h 1851118"/>
              <a:gd name="connsiteX9" fmla="*/ 3214782 w 3240605"/>
              <a:gd name="connsiteY9" fmla="*/ 1383553 h 1851118"/>
              <a:gd name="connsiteX10" fmla="*/ 2968813 w 3240605"/>
              <a:gd name="connsiteY10" fmla="*/ 390525 h 1851118"/>
              <a:gd name="connsiteX11" fmla="*/ 2015753 w 3240605"/>
              <a:gd name="connsiteY11" fmla="*/ 44637 h 1851118"/>
              <a:gd name="connsiteX0" fmla="*/ 1897717 w 3240605"/>
              <a:gd name="connsiteY0" fmla="*/ 0 h 1851118"/>
              <a:gd name="connsiteX1" fmla="*/ 934759 w 3240605"/>
              <a:gd name="connsiteY1" fmla="*/ 208990 h 1851118"/>
              <a:gd name="connsiteX2" fmla="*/ 331322 w 3240605"/>
              <a:gd name="connsiteY2" fmla="*/ 699434 h 1851118"/>
              <a:gd name="connsiteX3" fmla="*/ 1 w 3240605"/>
              <a:gd name="connsiteY3" fmla="*/ 1323228 h 1851118"/>
              <a:gd name="connsiteX4" fmla="*/ 329828 w 3240605"/>
              <a:gd name="connsiteY4" fmla="*/ 1425949 h 1851118"/>
              <a:gd name="connsiteX5" fmla="*/ 691217 w 3240605"/>
              <a:gd name="connsiteY5" fmla="*/ 1466664 h 1851118"/>
              <a:gd name="connsiteX6" fmla="*/ 1247776 w 3240605"/>
              <a:gd name="connsiteY6" fmla="*/ 1673599 h 1851118"/>
              <a:gd name="connsiteX7" fmla="*/ 1794250 w 3240605"/>
              <a:gd name="connsiteY7" fmla="*/ 1780615 h 1851118"/>
              <a:gd name="connsiteX8" fmla="*/ 2466416 w 3240605"/>
              <a:gd name="connsiteY8" fmla="*/ 1826746 h 1851118"/>
              <a:gd name="connsiteX9" fmla="*/ 3214782 w 3240605"/>
              <a:gd name="connsiteY9" fmla="*/ 1383553 h 1851118"/>
              <a:gd name="connsiteX10" fmla="*/ 2968813 w 3240605"/>
              <a:gd name="connsiteY10" fmla="*/ 390525 h 1851118"/>
              <a:gd name="connsiteX11" fmla="*/ 2015753 w 3240605"/>
              <a:gd name="connsiteY11" fmla="*/ 44637 h 1851118"/>
              <a:gd name="connsiteX0" fmla="*/ 1898325 w 3241213"/>
              <a:gd name="connsiteY0" fmla="*/ 0 h 1851118"/>
              <a:gd name="connsiteX1" fmla="*/ 935367 w 3241213"/>
              <a:gd name="connsiteY1" fmla="*/ 208990 h 1851118"/>
              <a:gd name="connsiteX2" fmla="*/ 268430 w 3241213"/>
              <a:gd name="connsiteY2" fmla="*/ 683559 h 1851118"/>
              <a:gd name="connsiteX3" fmla="*/ 609 w 3241213"/>
              <a:gd name="connsiteY3" fmla="*/ 1323228 h 1851118"/>
              <a:gd name="connsiteX4" fmla="*/ 330436 w 3241213"/>
              <a:gd name="connsiteY4" fmla="*/ 1425949 h 1851118"/>
              <a:gd name="connsiteX5" fmla="*/ 691825 w 3241213"/>
              <a:gd name="connsiteY5" fmla="*/ 1466664 h 1851118"/>
              <a:gd name="connsiteX6" fmla="*/ 1248384 w 3241213"/>
              <a:gd name="connsiteY6" fmla="*/ 1673599 h 1851118"/>
              <a:gd name="connsiteX7" fmla="*/ 1794858 w 3241213"/>
              <a:gd name="connsiteY7" fmla="*/ 1780615 h 1851118"/>
              <a:gd name="connsiteX8" fmla="*/ 2467024 w 3241213"/>
              <a:gd name="connsiteY8" fmla="*/ 1826746 h 1851118"/>
              <a:gd name="connsiteX9" fmla="*/ 3215390 w 3241213"/>
              <a:gd name="connsiteY9" fmla="*/ 1383553 h 1851118"/>
              <a:gd name="connsiteX10" fmla="*/ 2969421 w 3241213"/>
              <a:gd name="connsiteY10" fmla="*/ 390525 h 1851118"/>
              <a:gd name="connsiteX11" fmla="*/ 2016361 w 3241213"/>
              <a:gd name="connsiteY11" fmla="*/ 44637 h 1851118"/>
              <a:gd name="connsiteX0" fmla="*/ 1898325 w 3242071"/>
              <a:gd name="connsiteY0" fmla="*/ 26972 h 1878090"/>
              <a:gd name="connsiteX1" fmla="*/ 935367 w 3242071"/>
              <a:gd name="connsiteY1" fmla="*/ 235962 h 1878090"/>
              <a:gd name="connsiteX2" fmla="*/ 268430 w 3242071"/>
              <a:gd name="connsiteY2" fmla="*/ 710531 h 1878090"/>
              <a:gd name="connsiteX3" fmla="*/ 609 w 3242071"/>
              <a:gd name="connsiteY3" fmla="*/ 1350200 h 1878090"/>
              <a:gd name="connsiteX4" fmla="*/ 330436 w 3242071"/>
              <a:gd name="connsiteY4" fmla="*/ 1452921 h 1878090"/>
              <a:gd name="connsiteX5" fmla="*/ 691825 w 3242071"/>
              <a:gd name="connsiteY5" fmla="*/ 1493636 h 1878090"/>
              <a:gd name="connsiteX6" fmla="*/ 1248384 w 3242071"/>
              <a:gd name="connsiteY6" fmla="*/ 1700571 h 1878090"/>
              <a:gd name="connsiteX7" fmla="*/ 1794858 w 3242071"/>
              <a:gd name="connsiteY7" fmla="*/ 1807587 h 1878090"/>
              <a:gd name="connsiteX8" fmla="*/ 2467024 w 3242071"/>
              <a:gd name="connsiteY8" fmla="*/ 1853718 h 1878090"/>
              <a:gd name="connsiteX9" fmla="*/ 3215390 w 3242071"/>
              <a:gd name="connsiteY9" fmla="*/ 1410525 h 1878090"/>
              <a:gd name="connsiteX10" fmla="*/ 2969421 w 3242071"/>
              <a:gd name="connsiteY10" fmla="*/ 417497 h 1878090"/>
              <a:gd name="connsiteX11" fmla="*/ 1968736 w 3242071"/>
              <a:gd name="connsiteY11" fmla="*/ 17634 h 1878090"/>
              <a:gd name="connsiteX0" fmla="*/ 1898325 w 3242071"/>
              <a:gd name="connsiteY0" fmla="*/ 15704 h 1866822"/>
              <a:gd name="connsiteX1" fmla="*/ 935367 w 3242071"/>
              <a:gd name="connsiteY1" fmla="*/ 224694 h 1866822"/>
              <a:gd name="connsiteX2" fmla="*/ 268430 w 3242071"/>
              <a:gd name="connsiteY2" fmla="*/ 699263 h 1866822"/>
              <a:gd name="connsiteX3" fmla="*/ 609 w 3242071"/>
              <a:gd name="connsiteY3" fmla="*/ 1338932 h 1866822"/>
              <a:gd name="connsiteX4" fmla="*/ 330436 w 3242071"/>
              <a:gd name="connsiteY4" fmla="*/ 1441653 h 1866822"/>
              <a:gd name="connsiteX5" fmla="*/ 691825 w 3242071"/>
              <a:gd name="connsiteY5" fmla="*/ 1482368 h 1866822"/>
              <a:gd name="connsiteX6" fmla="*/ 1248384 w 3242071"/>
              <a:gd name="connsiteY6" fmla="*/ 1689303 h 1866822"/>
              <a:gd name="connsiteX7" fmla="*/ 1794858 w 3242071"/>
              <a:gd name="connsiteY7" fmla="*/ 1796319 h 1866822"/>
              <a:gd name="connsiteX8" fmla="*/ 2467024 w 3242071"/>
              <a:gd name="connsiteY8" fmla="*/ 1842450 h 1866822"/>
              <a:gd name="connsiteX9" fmla="*/ 3215390 w 3242071"/>
              <a:gd name="connsiteY9" fmla="*/ 1399257 h 1866822"/>
              <a:gd name="connsiteX10" fmla="*/ 2969421 w 3242071"/>
              <a:gd name="connsiteY10" fmla="*/ 406229 h 1866822"/>
              <a:gd name="connsiteX11" fmla="*/ 1897298 w 3242071"/>
              <a:gd name="connsiteY11" fmla="*/ 18273 h 1866822"/>
              <a:gd name="connsiteX0" fmla="*/ 1898325 w 3242071"/>
              <a:gd name="connsiteY0" fmla="*/ 9963 h 1861081"/>
              <a:gd name="connsiteX1" fmla="*/ 935367 w 3242071"/>
              <a:gd name="connsiteY1" fmla="*/ 218953 h 1861081"/>
              <a:gd name="connsiteX2" fmla="*/ 268430 w 3242071"/>
              <a:gd name="connsiteY2" fmla="*/ 693522 h 1861081"/>
              <a:gd name="connsiteX3" fmla="*/ 609 w 3242071"/>
              <a:gd name="connsiteY3" fmla="*/ 1333191 h 1861081"/>
              <a:gd name="connsiteX4" fmla="*/ 330436 w 3242071"/>
              <a:gd name="connsiteY4" fmla="*/ 1435912 h 1861081"/>
              <a:gd name="connsiteX5" fmla="*/ 691825 w 3242071"/>
              <a:gd name="connsiteY5" fmla="*/ 1476627 h 1861081"/>
              <a:gd name="connsiteX6" fmla="*/ 1248384 w 3242071"/>
              <a:gd name="connsiteY6" fmla="*/ 1683562 h 1861081"/>
              <a:gd name="connsiteX7" fmla="*/ 1794858 w 3242071"/>
              <a:gd name="connsiteY7" fmla="*/ 1790578 h 1861081"/>
              <a:gd name="connsiteX8" fmla="*/ 2467024 w 3242071"/>
              <a:gd name="connsiteY8" fmla="*/ 1836709 h 1861081"/>
              <a:gd name="connsiteX9" fmla="*/ 3215390 w 3242071"/>
              <a:gd name="connsiteY9" fmla="*/ 1393516 h 1861081"/>
              <a:gd name="connsiteX10" fmla="*/ 2969421 w 3242071"/>
              <a:gd name="connsiteY10" fmla="*/ 400488 h 1861081"/>
              <a:gd name="connsiteX11" fmla="*/ 1897298 w 3242071"/>
              <a:gd name="connsiteY11" fmla="*/ 12532 h 1861081"/>
              <a:gd name="connsiteX0" fmla="*/ 1898325 w 3242071"/>
              <a:gd name="connsiteY0" fmla="*/ 8619 h 1859737"/>
              <a:gd name="connsiteX1" fmla="*/ 935367 w 3242071"/>
              <a:gd name="connsiteY1" fmla="*/ 217609 h 1859737"/>
              <a:gd name="connsiteX2" fmla="*/ 268430 w 3242071"/>
              <a:gd name="connsiteY2" fmla="*/ 692178 h 1859737"/>
              <a:gd name="connsiteX3" fmla="*/ 609 w 3242071"/>
              <a:gd name="connsiteY3" fmla="*/ 1331847 h 1859737"/>
              <a:gd name="connsiteX4" fmla="*/ 330436 w 3242071"/>
              <a:gd name="connsiteY4" fmla="*/ 1434568 h 1859737"/>
              <a:gd name="connsiteX5" fmla="*/ 691825 w 3242071"/>
              <a:gd name="connsiteY5" fmla="*/ 1475283 h 1859737"/>
              <a:gd name="connsiteX6" fmla="*/ 1248384 w 3242071"/>
              <a:gd name="connsiteY6" fmla="*/ 1682218 h 1859737"/>
              <a:gd name="connsiteX7" fmla="*/ 1794858 w 3242071"/>
              <a:gd name="connsiteY7" fmla="*/ 1789234 h 1859737"/>
              <a:gd name="connsiteX8" fmla="*/ 2467024 w 3242071"/>
              <a:gd name="connsiteY8" fmla="*/ 1835365 h 1859737"/>
              <a:gd name="connsiteX9" fmla="*/ 3215390 w 3242071"/>
              <a:gd name="connsiteY9" fmla="*/ 1392172 h 1859737"/>
              <a:gd name="connsiteX10" fmla="*/ 2969421 w 3242071"/>
              <a:gd name="connsiteY10" fmla="*/ 399144 h 1859737"/>
              <a:gd name="connsiteX11" fmla="*/ 1897298 w 3242071"/>
              <a:gd name="connsiteY11" fmla="*/ 11188 h 1859737"/>
              <a:gd name="connsiteX0" fmla="*/ 1898325 w 3242071"/>
              <a:gd name="connsiteY0" fmla="*/ 15487 h 1866605"/>
              <a:gd name="connsiteX1" fmla="*/ 935367 w 3242071"/>
              <a:gd name="connsiteY1" fmla="*/ 224477 h 1866605"/>
              <a:gd name="connsiteX2" fmla="*/ 268430 w 3242071"/>
              <a:gd name="connsiteY2" fmla="*/ 699046 h 1866605"/>
              <a:gd name="connsiteX3" fmla="*/ 609 w 3242071"/>
              <a:gd name="connsiteY3" fmla="*/ 1338715 h 1866605"/>
              <a:gd name="connsiteX4" fmla="*/ 330436 w 3242071"/>
              <a:gd name="connsiteY4" fmla="*/ 1441436 h 1866605"/>
              <a:gd name="connsiteX5" fmla="*/ 691825 w 3242071"/>
              <a:gd name="connsiteY5" fmla="*/ 1482151 h 1866605"/>
              <a:gd name="connsiteX6" fmla="*/ 1248384 w 3242071"/>
              <a:gd name="connsiteY6" fmla="*/ 1689086 h 1866605"/>
              <a:gd name="connsiteX7" fmla="*/ 1794858 w 3242071"/>
              <a:gd name="connsiteY7" fmla="*/ 1796102 h 1866605"/>
              <a:gd name="connsiteX8" fmla="*/ 2467024 w 3242071"/>
              <a:gd name="connsiteY8" fmla="*/ 1842233 h 1866605"/>
              <a:gd name="connsiteX9" fmla="*/ 3215390 w 3242071"/>
              <a:gd name="connsiteY9" fmla="*/ 1399040 h 1866605"/>
              <a:gd name="connsiteX10" fmla="*/ 2969421 w 3242071"/>
              <a:gd name="connsiteY10" fmla="*/ 406012 h 1866605"/>
              <a:gd name="connsiteX11" fmla="*/ 1894917 w 3242071"/>
              <a:gd name="connsiteY11" fmla="*/ 10913 h 1866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42071" h="1866605">
                <a:moveTo>
                  <a:pt x="1898325" y="15487"/>
                </a:moveTo>
                <a:cubicBezTo>
                  <a:pt x="1624902" y="55081"/>
                  <a:pt x="1207016" y="110550"/>
                  <a:pt x="935367" y="224477"/>
                </a:cubicBezTo>
                <a:cubicBezTo>
                  <a:pt x="663718" y="338404"/>
                  <a:pt x="424223" y="513340"/>
                  <a:pt x="268430" y="699046"/>
                </a:cubicBezTo>
                <a:cubicBezTo>
                  <a:pt x="112637" y="884752"/>
                  <a:pt x="-9725" y="1214983"/>
                  <a:pt x="609" y="1338715"/>
                </a:cubicBezTo>
                <a:cubicBezTo>
                  <a:pt x="10943" y="1462447"/>
                  <a:pt x="224758" y="1455630"/>
                  <a:pt x="330436" y="1441436"/>
                </a:cubicBezTo>
                <a:cubicBezTo>
                  <a:pt x="436114" y="1427242"/>
                  <a:pt x="538834" y="1440876"/>
                  <a:pt x="691825" y="1482151"/>
                </a:cubicBezTo>
                <a:cubicBezTo>
                  <a:pt x="844816" y="1523426"/>
                  <a:pt x="1064545" y="1636761"/>
                  <a:pt x="1248384" y="1689086"/>
                </a:cubicBezTo>
                <a:cubicBezTo>
                  <a:pt x="1432223" y="1741411"/>
                  <a:pt x="1591751" y="1770578"/>
                  <a:pt x="1794858" y="1796102"/>
                </a:cubicBezTo>
                <a:cubicBezTo>
                  <a:pt x="1997965" y="1821626"/>
                  <a:pt x="2230269" y="1908410"/>
                  <a:pt x="2467024" y="1842233"/>
                </a:cubicBezTo>
                <a:cubicBezTo>
                  <a:pt x="2703779" y="1776056"/>
                  <a:pt x="3131657" y="1638410"/>
                  <a:pt x="3215390" y="1399040"/>
                </a:cubicBezTo>
                <a:cubicBezTo>
                  <a:pt x="3299123" y="1159670"/>
                  <a:pt x="3177197" y="638160"/>
                  <a:pt x="2969421" y="406012"/>
                </a:cubicBezTo>
                <a:cubicBezTo>
                  <a:pt x="2761645" y="173864"/>
                  <a:pt x="2382653" y="-52868"/>
                  <a:pt x="1894917" y="1091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Freeform 11"/>
          <p:cNvSpPr/>
          <p:nvPr/>
        </p:nvSpPr>
        <p:spPr>
          <a:xfrm>
            <a:off x="8420100" y="4152900"/>
            <a:ext cx="69850" cy="292100"/>
          </a:xfrm>
          <a:custGeom>
            <a:avLst/>
            <a:gdLst>
              <a:gd name="connsiteX0" fmla="*/ 69850 w 69850"/>
              <a:gd name="connsiteY0" fmla="*/ 292100 h 292100"/>
              <a:gd name="connsiteX1" fmla="*/ 44450 w 69850"/>
              <a:gd name="connsiteY1" fmla="*/ 146050 h 292100"/>
              <a:gd name="connsiteX2" fmla="*/ 0 w 69850"/>
              <a:gd name="connsiteY2" fmla="*/ 0 h 29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" h="292100">
                <a:moveTo>
                  <a:pt x="69850" y="292100"/>
                </a:moveTo>
                <a:cubicBezTo>
                  <a:pt x="62971" y="243416"/>
                  <a:pt x="56092" y="194733"/>
                  <a:pt x="44450" y="146050"/>
                </a:cubicBezTo>
                <a:cubicBezTo>
                  <a:pt x="32808" y="97367"/>
                  <a:pt x="16404" y="48683"/>
                  <a:pt x="0" y="0"/>
                </a:cubicBezTo>
              </a:path>
            </a:pathLst>
          </a:custGeom>
          <a:noFill/>
          <a:ln w="22225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" name="Oval 12"/>
          <p:cNvSpPr/>
          <p:nvPr/>
        </p:nvSpPr>
        <p:spPr>
          <a:xfrm>
            <a:off x="7038950" y="4233487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369050" y="4276459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zh-HK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050" y="4276459"/>
                <a:ext cx="1447800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761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0C80-8ABC-4201-AF37-973DCD0B6DAF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mm006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9173" y="523719"/>
                <a:ext cx="7162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3200" dirty="0"/>
                  <a:t>If </a:t>
                </a:r>
                <a14:m>
                  <m:oMath xmlns:m="http://schemas.openxmlformats.org/officeDocument/2006/math"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HK" altLang="en-US" sz="3200" dirty="0"/>
                  <a:t> </a:t>
                </a:r>
                <a:r>
                  <a:rPr lang="en-US" altLang="zh-HK" sz="3200" dirty="0"/>
                  <a:t>analytic on </a:t>
                </a:r>
                <a14:m>
                  <m:oMath xmlns:m="http://schemas.openxmlformats.org/officeDocument/2006/math">
                    <m:r>
                      <a:rPr lang="en-US" altLang="zh-HK" sz="3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HK" altLang="en-US" sz="3200" dirty="0"/>
                  <a:t> </a:t>
                </a:r>
                <a:r>
                  <a:rPr lang="en-US" altLang="zh-HK" sz="3200" dirty="0"/>
                  <a:t>and inside</a:t>
                </a:r>
                <a:endParaRPr lang="zh-HK" alt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73" y="523719"/>
                <a:ext cx="7162800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2213" t="-12500" b="-34375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296466" y="1432085"/>
                <a:ext cx="6240673" cy="1158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</m:d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n-US" altLang="zh-HK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∮"/>
                          <m:subHide m:val="on"/>
                          <m:supHide m:val="on"/>
                          <m:ctrlP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HK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HK" sz="32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HK" sz="3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HK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HK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den>
                          </m:f>
                          <m:r>
                            <a:rPr lang="en-US" altLang="zh-HK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zh-HK" alt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6466" y="1432085"/>
                <a:ext cx="6240673" cy="115871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4978721" y="1879684"/>
            <a:ext cx="4089079" cy="2699764"/>
            <a:chOff x="4274927" y="2293559"/>
            <a:chExt cx="4089079" cy="2699764"/>
          </a:xfrm>
        </p:grpSpPr>
        <p:sp>
          <p:nvSpPr>
            <p:cNvPr id="10" name="Freeform 9"/>
            <p:cNvSpPr/>
            <p:nvPr/>
          </p:nvSpPr>
          <p:spPr>
            <a:xfrm>
              <a:off x="6614318" y="2853132"/>
              <a:ext cx="350837" cy="13894"/>
            </a:xfrm>
            <a:custGeom>
              <a:avLst/>
              <a:gdLst>
                <a:gd name="connsiteX0" fmla="*/ 317500 w 317500"/>
                <a:gd name="connsiteY0" fmla="*/ 12700 h 12700"/>
                <a:gd name="connsiteX1" fmla="*/ 0 w 317500"/>
                <a:gd name="connsiteY1" fmla="*/ 0 h 12700"/>
                <a:gd name="connsiteX0" fmla="*/ 348456 w 348456"/>
                <a:gd name="connsiteY0" fmla="*/ 22225 h 22225"/>
                <a:gd name="connsiteX1" fmla="*/ 0 w 348456"/>
                <a:gd name="connsiteY1" fmla="*/ 0 h 22225"/>
                <a:gd name="connsiteX0" fmla="*/ 350837 w 350837"/>
                <a:gd name="connsiteY0" fmla="*/ 12700 h 12700"/>
                <a:gd name="connsiteX1" fmla="*/ 0 w 350837"/>
                <a:gd name="connsiteY1" fmla="*/ 0 h 12700"/>
                <a:gd name="connsiteX0" fmla="*/ 350837 w 350837"/>
                <a:gd name="connsiteY0" fmla="*/ 13894 h 13894"/>
                <a:gd name="connsiteX1" fmla="*/ 0 w 350837"/>
                <a:gd name="connsiteY1" fmla="*/ 1194 h 13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0837" h="13894">
                  <a:moveTo>
                    <a:pt x="350837" y="13894"/>
                  </a:moveTo>
                  <a:cubicBezTo>
                    <a:pt x="233891" y="9661"/>
                    <a:pt x="140758" y="-4098"/>
                    <a:pt x="0" y="1194"/>
                  </a:cubicBezTo>
                </a:path>
              </a:pathLst>
            </a:custGeom>
            <a:noFill/>
            <a:ln w="22225">
              <a:solidFill>
                <a:srgbClr val="00B0F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4274927" y="2849754"/>
              <a:ext cx="3809602" cy="2143569"/>
            </a:xfrm>
            <a:custGeom>
              <a:avLst/>
              <a:gdLst>
                <a:gd name="connsiteX0" fmla="*/ 2678169 w 3779975"/>
                <a:gd name="connsiteY0" fmla="*/ 11906 h 2105419"/>
                <a:gd name="connsiteX1" fmla="*/ 1907702 w 3779975"/>
                <a:gd name="connsiteY1" fmla="*/ 20373 h 2105419"/>
                <a:gd name="connsiteX2" fmla="*/ 1061035 w 3779975"/>
                <a:gd name="connsiteY2" fmla="*/ 223573 h 2105419"/>
                <a:gd name="connsiteX3" fmla="*/ 324435 w 3779975"/>
                <a:gd name="connsiteY3" fmla="*/ 782373 h 2105419"/>
                <a:gd name="connsiteX4" fmla="*/ 11169 w 3779975"/>
                <a:gd name="connsiteY4" fmla="*/ 1671373 h 2105419"/>
                <a:gd name="connsiteX5" fmla="*/ 112769 w 3779975"/>
                <a:gd name="connsiteY5" fmla="*/ 2103173 h 2105419"/>
                <a:gd name="connsiteX6" fmla="*/ 519169 w 3779975"/>
                <a:gd name="connsiteY6" fmla="*/ 1823773 h 2105419"/>
                <a:gd name="connsiteX7" fmla="*/ 1729902 w 3779975"/>
                <a:gd name="connsiteY7" fmla="*/ 1451240 h 2105419"/>
                <a:gd name="connsiteX8" fmla="*/ 2474969 w 3779975"/>
                <a:gd name="connsiteY8" fmla="*/ 1578240 h 2105419"/>
                <a:gd name="connsiteX9" fmla="*/ 3313169 w 3779975"/>
                <a:gd name="connsiteY9" fmla="*/ 1679840 h 2105419"/>
                <a:gd name="connsiteX10" fmla="*/ 3770369 w 3779975"/>
                <a:gd name="connsiteY10" fmla="*/ 1121040 h 2105419"/>
                <a:gd name="connsiteX11" fmla="*/ 3584102 w 3779975"/>
                <a:gd name="connsiteY11" fmla="*/ 418306 h 2105419"/>
                <a:gd name="connsiteX12" fmla="*/ 3118435 w 3779975"/>
                <a:gd name="connsiteY12" fmla="*/ 62706 h 2105419"/>
                <a:gd name="connsiteX13" fmla="*/ 2678169 w 3779975"/>
                <a:gd name="connsiteY13" fmla="*/ 11906 h 2105419"/>
                <a:gd name="connsiteX0" fmla="*/ 2519419 w 3779975"/>
                <a:gd name="connsiteY0" fmla="*/ 571 h 2189334"/>
                <a:gd name="connsiteX1" fmla="*/ 1907702 w 3779975"/>
                <a:gd name="connsiteY1" fmla="*/ 104288 h 2189334"/>
                <a:gd name="connsiteX2" fmla="*/ 1061035 w 3779975"/>
                <a:gd name="connsiteY2" fmla="*/ 307488 h 2189334"/>
                <a:gd name="connsiteX3" fmla="*/ 324435 w 3779975"/>
                <a:gd name="connsiteY3" fmla="*/ 866288 h 2189334"/>
                <a:gd name="connsiteX4" fmla="*/ 11169 w 3779975"/>
                <a:gd name="connsiteY4" fmla="*/ 1755288 h 2189334"/>
                <a:gd name="connsiteX5" fmla="*/ 112769 w 3779975"/>
                <a:gd name="connsiteY5" fmla="*/ 2187088 h 2189334"/>
                <a:gd name="connsiteX6" fmla="*/ 519169 w 3779975"/>
                <a:gd name="connsiteY6" fmla="*/ 1907688 h 2189334"/>
                <a:gd name="connsiteX7" fmla="*/ 1729902 w 3779975"/>
                <a:gd name="connsiteY7" fmla="*/ 1535155 h 2189334"/>
                <a:gd name="connsiteX8" fmla="*/ 2474969 w 3779975"/>
                <a:gd name="connsiteY8" fmla="*/ 1662155 h 2189334"/>
                <a:gd name="connsiteX9" fmla="*/ 3313169 w 3779975"/>
                <a:gd name="connsiteY9" fmla="*/ 1763755 h 2189334"/>
                <a:gd name="connsiteX10" fmla="*/ 3770369 w 3779975"/>
                <a:gd name="connsiteY10" fmla="*/ 1204955 h 2189334"/>
                <a:gd name="connsiteX11" fmla="*/ 3584102 w 3779975"/>
                <a:gd name="connsiteY11" fmla="*/ 502221 h 2189334"/>
                <a:gd name="connsiteX12" fmla="*/ 3118435 w 3779975"/>
                <a:gd name="connsiteY12" fmla="*/ 146621 h 2189334"/>
                <a:gd name="connsiteX13" fmla="*/ 2519419 w 3779975"/>
                <a:gd name="connsiteY13" fmla="*/ 571 h 2189334"/>
                <a:gd name="connsiteX0" fmla="*/ 2519419 w 3779975"/>
                <a:gd name="connsiteY0" fmla="*/ 8796 h 2197559"/>
                <a:gd name="connsiteX1" fmla="*/ 1723552 w 3779975"/>
                <a:gd name="connsiteY1" fmla="*/ 49013 h 2197559"/>
                <a:gd name="connsiteX2" fmla="*/ 1061035 w 3779975"/>
                <a:gd name="connsiteY2" fmla="*/ 315713 h 2197559"/>
                <a:gd name="connsiteX3" fmla="*/ 324435 w 3779975"/>
                <a:gd name="connsiteY3" fmla="*/ 874513 h 2197559"/>
                <a:gd name="connsiteX4" fmla="*/ 11169 w 3779975"/>
                <a:gd name="connsiteY4" fmla="*/ 1763513 h 2197559"/>
                <a:gd name="connsiteX5" fmla="*/ 112769 w 3779975"/>
                <a:gd name="connsiteY5" fmla="*/ 2195313 h 2197559"/>
                <a:gd name="connsiteX6" fmla="*/ 519169 w 3779975"/>
                <a:gd name="connsiteY6" fmla="*/ 1915913 h 2197559"/>
                <a:gd name="connsiteX7" fmla="*/ 1729902 w 3779975"/>
                <a:gd name="connsiteY7" fmla="*/ 1543380 h 2197559"/>
                <a:gd name="connsiteX8" fmla="*/ 2474969 w 3779975"/>
                <a:gd name="connsiteY8" fmla="*/ 1670380 h 2197559"/>
                <a:gd name="connsiteX9" fmla="*/ 3313169 w 3779975"/>
                <a:gd name="connsiteY9" fmla="*/ 1771980 h 2197559"/>
                <a:gd name="connsiteX10" fmla="*/ 3770369 w 3779975"/>
                <a:gd name="connsiteY10" fmla="*/ 1213180 h 2197559"/>
                <a:gd name="connsiteX11" fmla="*/ 3584102 w 3779975"/>
                <a:gd name="connsiteY11" fmla="*/ 510446 h 2197559"/>
                <a:gd name="connsiteX12" fmla="*/ 3118435 w 3779975"/>
                <a:gd name="connsiteY12" fmla="*/ 154846 h 2197559"/>
                <a:gd name="connsiteX13" fmla="*/ 2519419 w 3779975"/>
                <a:gd name="connsiteY13" fmla="*/ 8796 h 2197559"/>
                <a:gd name="connsiteX0" fmla="*/ 2519419 w 3779975"/>
                <a:gd name="connsiteY0" fmla="*/ 8579 h 2197342"/>
                <a:gd name="connsiteX1" fmla="*/ 1723552 w 3779975"/>
                <a:gd name="connsiteY1" fmla="*/ 48796 h 2197342"/>
                <a:gd name="connsiteX2" fmla="*/ 857835 w 3779975"/>
                <a:gd name="connsiteY2" fmla="*/ 309146 h 2197342"/>
                <a:gd name="connsiteX3" fmla="*/ 324435 w 3779975"/>
                <a:gd name="connsiteY3" fmla="*/ 874296 h 2197342"/>
                <a:gd name="connsiteX4" fmla="*/ 11169 w 3779975"/>
                <a:gd name="connsiteY4" fmla="*/ 1763296 h 2197342"/>
                <a:gd name="connsiteX5" fmla="*/ 112769 w 3779975"/>
                <a:gd name="connsiteY5" fmla="*/ 2195096 h 2197342"/>
                <a:gd name="connsiteX6" fmla="*/ 519169 w 3779975"/>
                <a:gd name="connsiteY6" fmla="*/ 1915696 h 2197342"/>
                <a:gd name="connsiteX7" fmla="*/ 1729902 w 3779975"/>
                <a:gd name="connsiteY7" fmla="*/ 1543163 h 2197342"/>
                <a:gd name="connsiteX8" fmla="*/ 2474969 w 3779975"/>
                <a:gd name="connsiteY8" fmla="*/ 1670163 h 2197342"/>
                <a:gd name="connsiteX9" fmla="*/ 3313169 w 3779975"/>
                <a:gd name="connsiteY9" fmla="*/ 1771763 h 2197342"/>
                <a:gd name="connsiteX10" fmla="*/ 3770369 w 3779975"/>
                <a:gd name="connsiteY10" fmla="*/ 1212963 h 2197342"/>
                <a:gd name="connsiteX11" fmla="*/ 3584102 w 3779975"/>
                <a:gd name="connsiteY11" fmla="*/ 510229 h 2197342"/>
                <a:gd name="connsiteX12" fmla="*/ 3118435 w 3779975"/>
                <a:gd name="connsiteY12" fmla="*/ 154629 h 2197342"/>
                <a:gd name="connsiteX13" fmla="*/ 2519419 w 3779975"/>
                <a:gd name="connsiteY13" fmla="*/ 8579 h 2197342"/>
                <a:gd name="connsiteX0" fmla="*/ 2519419 w 3779975"/>
                <a:gd name="connsiteY0" fmla="*/ 8796 h 2197559"/>
                <a:gd name="connsiteX1" fmla="*/ 1723552 w 3779975"/>
                <a:gd name="connsiteY1" fmla="*/ 49013 h 2197559"/>
                <a:gd name="connsiteX2" fmla="*/ 889585 w 3779975"/>
                <a:gd name="connsiteY2" fmla="*/ 315713 h 2197559"/>
                <a:gd name="connsiteX3" fmla="*/ 324435 w 3779975"/>
                <a:gd name="connsiteY3" fmla="*/ 874513 h 2197559"/>
                <a:gd name="connsiteX4" fmla="*/ 11169 w 3779975"/>
                <a:gd name="connsiteY4" fmla="*/ 1763513 h 2197559"/>
                <a:gd name="connsiteX5" fmla="*/ 112769 w 3779975"/>
                <a:gd name="connsiteY5" fmla="*/ 2195313 h 2197559"/>
                <a:gd name="connsiteX6" fmla="*/ 519169 w 3779975"/>
                <a:gd name="connsiteY6" fmla="*/ 1915913 h 2197559"/>
                <a:gd name="connsiteX7" fmla="*/ 1729902 w 3779975"/>
                <a:gd name="connsiteY7" fmla="*/ 1543380 h 2197559"/>
                <a:gd name="connsiteX8" fmla="*/ 2474969 w 3779975"/>
                <a:gd name="connsiteY8" fmla="*/ 1670380 h 2197559"/>
                <a:gd name="connsiteX9" fmla="*/ 3313169 w 3779975"/>
                <a:gd name="connsiteY9" fmla="*/ 1771980 h 2197559"/>
                <a:gd name="connsiteX10" fmla="*/ 3770369 w 3779975"/>
                <a:gd name="connsiteY10" fmla="*/ 1213180 h 2197559"/>
                <a:gd name="connsiteX11" fmla="*/ 3584102 w 3779975"/>
                <a:gd name="connsiteY11" fmla="*/ 510446 h 2197559"/>
                <a:gd name="connsiteX12" fmla="*/ 3118435 w 3779975"/>
                <a:gd name="connsiteY12" fmla="*/ 154846 h 2197559"/>
                <a:gd name="connsiteX13" fmla="*/ 2519419 w 3779975"/>
                <a:gd name="connsiteY13" fmla="*/ 8796 h 2197559"/>
                <a:gd name="connsiteX0" fmla="*/ 2519419 w 3779975"/>
                <a:gd name="connsiteY0" fmla="*/ 9729 h 2198492"/>
                <a:gd name="connsiteX1" fmla="*/ 1723552 w 3779975"/>
                <a:gd name="connsiteY1" fmla="*/ 49946 h 2198492"/>
                <a:gd name="connsiteX2" fmla="*/ 940385 w 3779975"/>
                <a:gd name="connsiteY2" fmla="*/ 342046 h 2198492"/>
                <a:gd name="connsiteX3" fmla="*/ 324435 w 3779975"/>
                <a:gd name="connsiteY3" fmla="*/ 875446 h 2198492"/>
                <a:gd name="connsiteX4" fmla="*/ 11169 w 3779975"/>
                <a:gd name="connsiteY4" fmla="*/ 1764446 h 2198492"/>
                <a:gd name="connsiteX5" fmla="*/ 112769 w 3779975"/>
                <a:gd name="connsiteY5" fmla="*/ 2196246 h 2198492"/>
                <a:gd name="connsiteX6" fmla="*/ 519169 w 3779975"/>
                <a:gd name="connsiteY6" fmla="*/ 1916846 h 2198492"/>
                <a:gd name="connsiteX7" fmla="*/ 1729902 w 3779975"/>
                <a:gd name="connsiteY7" fmla="*/ 1544313 h 2198492"/>
                <a:gd name="connsiteX8" fmla="*/ 2474969 w 3779975"/>
                <a:gd name="connsiteY8" fmla="*/ 1671313 h 2198492"/>
                <a:gd name="connsiteX9" fmla="*/ 3313169 w 3779975"/>
                <a:gd name="connsiteY9" fmla="*/ 1772913 h 2198492"/>
                <a:gd name="connsiteX10" fmla="*/ 3770369 w 3779975"/>
                <a:gd name="connsiteY10" fmla="*/ 1214113 h 2198492"/>
                <a:gd name="connsiteX11" fmla="*/ 3584102 w 3779975"/>
                <a:gd name="connsiteY11" fmla="*/ 511379 h 2198492"/>
                <a:gd name="connsiteX12" fmla="*/ 3118435 w 3779975"/>
                <a:gd name="connsiteY12" fmla="*/ 155779 h 2198492"/>
                <a:gd name="connsiteX13" fmla="*/ 2519419 w 3779975"/>
                <a:gd name="connsiteY13" fmla="*/ 9729 h 2198492"/>
                <a:gd name="connsiteX0" fmla="*/ 2519419 w 3779975"/>
                <a:gd name="connsiteY0" fmla="*/ 9729 h 2198492"/>
                <a:gd name="connsiteX1" fmla="*/ 1723552 w 3779975"/>
                <a:gd name="connsiteY1" fmla="*/ 49946 h 2198492"/>
                <a:gd name="connsiteX2" fmla="*/ 940385 w 3779975"/>
                <a:gd name="connsiteY2" fmla="*/ 342046 h 2198492"/>
                <a:gd name="connsiteX3" fmla="*/ 324435 w 3779975"/>
                <a:gd name="connsiteY3" fmla="*/ 875446 h 2198492"/>
                <a:gd name="connsiteX4" fmla="*/ 11169 w 3779975"/>
                <a:gd name="connsiteY4" fmla="*/ 1764446 h 2198492"/>
                <a:gd name="connsiteX5" fmla="*/ 112769 w 3779975"/>
                <a:gd name="connsiteY5" fmla="*/ 2196246 h 2198492"/>
                <a:gd name="connsiteX6" fmla="*/ 519169 w 3779975"/>
                <a:gd name="connsiteY6" fmla="*/ 1916846 h 2198492"/>
                <a:gd name="connsiteX7" fmla="*/ 1729902 w 3779975"/>
                <a:gd name="connsiteY7" fmla="*/ 1544313 h 2198492"/>
                <a:gd name="connsiteX8" fmla="*/ 2474969 w 3779975"/>
                <a:gd name="connsiteY8" fmla="*/ 1671313 h 2198492"/>
                <a:gd name="connsiteX9" fmla="*/ 3313169 w 3779975"/>
                <a:gd name="connsiteY9" fmla="*/ 1772913 h 2198492"/>
                <a:gd name="connsiteX10" fmla="*/ 3770369 w 3779975"/>
                <a:gd name="connsiteY10" fmla="*/ 1214113 h 2198492"/>
                <a:gd name="connsiteX11" fmla="*/ 3584102 w 3779975"/>
                <a:gd name="connsiteY11" fmla="*/ 511379 h 2198492"/>
                <a:gd name="connsiteX12" fmla="*/ 3118435 w 3779975"/>
                <a:gd name="connsiteY12" fmla="*/ 155779 h 2198492"/>
                <a:gd name="connsiteX13" fmla="*/ 2519419 w 3779975"/>
                <a:gd name="connsiteY13" fmla="*/ 9729 h 2198492"/>
                <a:gd name="connsiteX0" fmla="*/ 2520665 w 3781221"/>
                <a:gd name="connsiteY0" fmla="*/ 9729 h 2135714"/>
                <a:gd name="connsiteX1" fmla="*/ 1724798 w 3781221"/>
                <a:gd name="connsiteY1" fmla="*/ 49946 h 2135714"/>
                <a:gd name="connsiteX2" fmla="*/ 941631 w 3781221"/>
                <a:gd name="connsiteY2" fmla="*/ 342046 h 2135714"/>
                <a:gd name="connsiteX3" fmla="*/ 325681 w 3781221"/>
                <a:gd name="connsiteY3" fmla="*/ 875446 h 2135714"/>
                <a:gd name="connsiteX4" fmla="*/ 12415 w 3781221"/>
                <a:gd name="connsiteY4" fmla="*/ 1764446 h 2135714"/>
                <a:gd name="connsiteX5" fmla="*/ 107665 w 3781221"/>
                <a:gd name="connsiteY5" fmla="*/ 2132746 h 2135714"/>
                <a:gd name="connsiteX6" fmla="*/ 520415 w 3781221"/>
                <a:gd name="connsiteY6" fmla="*/ 1916846 h 2135714"/>
                <a:gd name="connsiteX7" fmla="*/ 1731148 w 3781221"/>
                <a:gd name="connsiteY7" fmla="*/ 1544313 h 2135714"/>
                <a:gd name="connsiteX8" fmla="*/ 2476215 w 3781221"/>
                <a:gd name="connsiteY8" fmla="*/ 1671313 h 2135714"/>
                <a:gd name="connsiteX9" fmla="*/ 3314415 w 3781221"/>
                <a:gd name="connsiteY9" fmla="*/ 1772913 h 2135714"/>
                <a:gd name="connsiteX10" fmla="*/ 3771615 w 3781221"/>
                <a:gd name="connsiteY10" fmla="*/ 1214113 h 2135714"/>
                <a:gd name="connsiteX11" fmla="*/ 3585348 w 3781221"/>
                <a:gd name="connsiteY11" fmla="*/ 511379 h 2135714"/>
                <a:gd name="connsiteX12" fmla="*/ 3119681 w 3781221"/>
                <a:gd name="connsiteY12" fmla="*/ 155779 h 2135714"/>
                <a:gd name="connsiteX13" fmla="*/ 2520665 w 3781221"/>
                <a:gd name="connsiteY13" fmla="*/ 9729 h 2135714"/>
                <a:gd name="connsiteX0" fmla="*/ 2540669 w 3801225"/>
                <a:gd name="connsiteY0" fmla="*/ 9729 h 2132979"/>
                <a:gd name="connsiteX1" fmla="*/ 1744802 w 3801225"/>
                <a:gd name="connsiteY1" fmla="*/ 49946 h 2132979"/>
                <a:gd name="connsiteX2" fmla="*/ 961635 w 3801225"/>
                <a:gd name="connsiteY2" fmla="*/ 342046 h 2132979"/>
                <a:gd name="connsiteX3" fmla="*/ 345685 w 3801225"/>
                <a:gd name="connsiteY3" fmla="*/ 875446 h 2132979"/>
                <a:gd name="connsiteX4" fmla="*/ 32419 w 3801225"/>
                <a:gd name="connsiteY4" fmla="*/ 1764446 h 2132979"/>
                <a:gd name="connsiteX5" fmla="*/ 127669 w 3801225"/>
                <a:gd name="connsiteY5" fmla="*/ 2132746 h 2132979"/>
                <a:gd name="connsiteX6" fmla="*/ 540419 w 3801225"/>
                <a:gd name="connsiteY6" fmla="*/ 1916846 h 2132979"/>
                <a:gd name="connsiteX7" fmla="*/ 1751152 w 3801225"/>
                <a:gd name="connsiteY7" fmla="*/ 1544313 h 2132979"/>
                <a:gd name="connsiteX8" fmla="*/ 2496219 w 3801225"/>
                <a:gd name="connsiteY8" fmla="*/ 1671313 h 2132979"/>
                <a:gd name="connsiteX9" fmla="*/ 3334419 w 3801225"/>
                <a:gd name="connsiteY9" fmla="*/ 1772913 h 2132979"/>
                <a:gd name="connsiteX10" fmla="*/ 3791619 w 3801225"/>
                <a:gd name="connsiteY10" fmla="*/ 1214113 h 2132979"/>
                <a:gd name="connsiteX11" fmla="*/ 3605352 w 3801225"/>
                <a:gd name="connsiteY11" fmla="*/ 511379 h 2132979"/>
                <a:gd name="connsiteX12" fmla="*/ 3139685 w 3801225"/>
                <a:gd name="connsiteY12" fmla="*/ 155779 h 2132979"/>
                <a:gd name="connsiteX13" fmla="*/ 2540669 w 3801225"/>
                <a:gd name="connsiteY13" fmla="*/ 9729 h 2132979"/>
                <a:gd name="connsiteX0" fmla="*/ 2525714 w 3786270"/>
                <a:gd name="connsiteY0" fmla="*/ 9729 h 2140292"/>
                <a:gd name="connsiteX1" fmla="*/ 1729847 w 3786270"/>
                <a:gd name="connsiteY1" fmla="*/ 49946 h 2140292"/>
                <a:gd name="connsiteX2" fmla="*/ 946680 w 3786270"/>
                <a:gd name="connsiteY2" fmla="*/ 342046 h 2140292"/>
                <a:gd name="connsiteX3" fmla="*/ 330730 w 3786270"/>
                <a:gd name="connsiteY3" fmla="*/ 875446 h 2140292"/>
                <a:gd name="connsiteX4" fmla="*/ 17464 w 3786270"/>
                <a:gd name="connsiteY4" fmla="*/ 1764446 h 2140292"/>
                <a:gd name="connsiteX5" fmla="*/ 112714 w 3786270"/>
                <a:gd name="connsiteY5" fmla="*/ 2132746 h 2140292"/>
                <a:gd name="connsiteX6" fmla="*/ 525464 w 3786270"/>
                <a:gd name="connsiteY6" fmla="*/ 1916846 h 2140292"/>
                <a:gd name="connsiteX7" fmla="*/ 1736197 w 3786270"/>
                <a:gd name="connsiteY7" fmla="*/ 1544313 h 2140292"/>
                <a:gd name="connsiteX8" fmla="*/ 2481264 w 3786270"/>
                <a:gd name="connsiteY8" fmla="*/ 1671313 h 2140292"/>
                <a:gd name="connsiteX9" fmla="*/ 3319464 w 3786270"/>
                <a:gd name="connsiteY9" fmla="*/ 1772913 h 2140292"/>
                <a:gd name="connsiteX10" fmla="*/ 3776664 w 3786270"/>
                <a:gd name="connsiteY10" fmla="*/ 1214113 h 2140292"/>
                <a:gd name="connsiteX11" fmla="*/ 3590397 w 3786270"/>
                <a:gd name="connsiteY11" fmla="*/ 511379 h 2140292"/>
                <a:gd name="connsiteX12" fmla="*/ 3124730 w 3786270"/>
                <a:gd name="connsiteY12" fmla="*/ 155779 h 2140292"/>
                <a:gd name="connsiteX13" fmla="*/ 2525714 w 3786270"/>
                <a:gd name="connsiteY13" fmla="*/ 9729 h 2140292"/>
                <a:gd name="connsiteX0" fmla="*/ 2521946 w 3782502"/>
                <a:gd name="connsiteY0" fmla="*/ 9729 h 2136054"/>
                <a:gd name="connsiteX1" fmla="*/ 1726079 w 3782502"/>
                <a:gd name="connsiteY1" fmla="*/ 49946 h 2136054"/>
                <a:gd name="connsiteX2" fmla="*/ 942912 w 3782502"/>
                <a:gd name="connsiteY2" fmla="*/ 342046 h 2136054"/>
                <a:gd name="connsiteX3" fmla="*/ 326962 w 3782502"/>
                <a:gd name="connsiteY3" fmla="*/ 875446 h 2136054"/>
                <a:gd name="connsiteX4" fmla="*/ 13696 w 3782502"/>
                <a:gd name="connsiteY4" fmla="*/ 1764446 h 2136054"/>
                <a:gd name="connsiteX5" fmla="*/ 108946 w 3782502"/>
                <a:gd name="connsiteY5" fmla="*/ 2132746 h 2136054"/>
                <a:gd name="connsiteX6" fmla="*/ 578846 w 3782502"/>
                <a:gd name="connsiteY6" fmla="*/ 1923196 h 2136054"/>
                <a:gd name="connsiteX7" fmla="*/ 1732429 w 3782502"/>
                <a:gd name="connsiteY7" fmla="*/ 1544313 h 2136054"/>
                <a:gd name="connsiteX8" fmla="*/ 2477496 w 3782502"/>
                <a:gd name="connsiteY8" fmla="*/ 1671313 h 2136054"/>
                <a:gd name="connsiteX9" fmla="*/ 3315696 w 3782502"/>
                <a:gd name="connsiteY9" fmla="*/ 1772913 h 2136054"/>
                <a:gd name="connsiteX10" fmla="*/ 3772896 w 3782502"/>
                <a:gd name="connsiteY10" fmla="*/ 1214113 h 2136054"/>
                <a:gd name="connsiteX11" fmla="*/ 3586629 w 3782502"/>
                <a:gd name="connsiteY11" fmla="*/ 511379 h 2136054"/>
                <a:gd name="connsiteX12" fmla="*/ 3120962 w 3782502"/>
                <a:gd name="connsiteY12" fmla="*/ 155779 h 2136054"/>
                <a:gd name="connsiteX13" fmla="*/ 2521946 w 3782502"/>
                <a:gd name="connsiteY13" fmla="*/ 9729 h 2136054"/>
                <a:gd name="connsiteX0" fmla="*/ 2521946 w 3782502"/>
                <a:gd name="connsiteY0" fmla="*/ 9729 h 2135820"/>
                <a:gd name="connsiteX1" fmla="*/ 1726079 w 3782502"/>
                <a:gd name="connsiteY1" fmla="*/ 49946 h 2135820"/>
                <a:gd name="connsiteX2" fmla="*/ 942912 w 3782502"/>
                <a:gd name="connsiteY2" fmla="*/ 342046 h 2135820"/>
                <a:gd name="connsiteX3" fmla="*/ 326962 w 3782502"/>
                <a:gd name="connsiteY3" fmla="*/ 875446 h 2135820"/>
                <a:gd name="connsiteX4" fmla="*/ 13696 w 3782502"/>
                <a:gd name="connsiteY4" fmla="*/ 1764446 h 2135820"/>
                <a:gd name="connsiteX5" fmla="*/ 108946 w 3782502"/>
                <a:gd name="connsiteY5" fmla="*/ 2132746 h 2135820"/>
                <a:gd name="connsiteX6" fmla="*/ 578846 w 3782502"/>
                <a:gd name="connsiteY6" fmla="*/ 1923196 h 2135820"/>
                <a:gd name="connsiteX7" fmla="*/ 1732429 w 3782502"/>
                <a:gd name="connsiteY7" fmla="*/ 1544313 h 2135820"/>
                <a:gd name="connsiteX8" fmla="*/ 2477496 w 3782502"/>
                <a:gd name="connsiteY8" fmla="*/ 1671313 h 2135820"/>
                <a:gd name="connsiteX9" fmla="*/ 3315696 w 3782502"/>
                <a:gd name="connsiteY9" fmla="*/ 1772913 h 2135820"/>
                <a:gd name="connsiteX10" fmla="*/ 3772896 w 3782502"/>
                <a:gd name="connsiteY10" fmla="*/ 1214113 h 2135820"/>
                <a:gd name="connsiteX11" fmla="*/ 3586629 w 3782502"/>
                <a:gd name="connsiteY11" fmla="*/ 511379 h 2135820"/>
                <a:gd name="connsiteX12" fmla="*/ 3120962 w 3782502"/>
                <a:gd name="connsiteY12" fmla="*/ 155779 h 2135820"/>
                <a:gd name="connsiteX13" fmla="*/ 2521946 w 3782502"/>
                <a:gd name="connsiteY13" fmla="*/ 9729 h 2135820"/>
                <a:gd name="connsiteX0" fmla="*/ 2521946 w 3782502"/>
                <a:gd name="connsiteY0" fmla="*/ 9729 h 2135714"/>
                <a:gd name="connsiteX1" fmla="*/ 1726079 w 3782502"/>
                <a:gd name="connsiteY1" fmla="*/ 49946 h 2135714"/>
                <a:gd name="connsiteX2" fmla="*/ 942912 w 3782502"/>
                <a:gd name="connsiteY2" fmla="*/ 342046 h 2135714"/>
                <a:gd name="connsiteX3" fmla="*/ 326962 w 3782502"/>
                <a:gd name="connsiteY3" fmla="*/ 875446 h 2135714"/>
                <a:gd name="connsiteX4" fmla="*/ 13696 w 3782502"/>
                <a:gd name="connsiteY4" fmla="*/ 1764446 h 2135714"/>
                <a:gd name="connsiteX5" fmla="*/ 108946 w 3782502"/>
                <a:gd name="connsiteY5" fmla="*/ 2132746 h 2135714"/>
                <a:gd name="connsiteX6" fmla="*/ 578846 w 3782502"/>
                <a:gd name="connsiteY6" fmla="*/ 1923196 h 2135714"/>
                <a:gd name="connsiteX7" fmla="*/ 1580029 w 3782502"/>
                <a:gd name="connsiteY7" fmla="*/ 1658613 h 2135714"/>
                <a:gd name="connsiteX8" fmla="*/ 2477496 w 3782502"/>
                <a:gd name="connsiteY8" fmla="*/ 1671313 h 2135714"/>
                <a:gd name="connsiteX9" fmla="*/ 3315696 w 3782502"/>
                <a:gd name="connsiteY9" fmla="*/ 1772913 h 2135714"/>
                <a:gd name="connsiteX10" fmla="*/ 3772896 w 3782502"/>
                <a:gd name="connsiteY10" fmla="*/ 1214113 h 2135714"/>
                <a:gd name="connsiteX11" fmla="*/ 3586629 w 3782502"/>
                <a:gd name="connsiteY11" fmla="*/ 511379 h 2135714"/>
                <a:gd name="connsiteX12" fmla="*/ 3120962 w 3782502"/>
                <a:gd name="connsiteY12" fmla="*/ 155779 h 2135714"/>
                <a:gd name="connsiteX13" fmla="*/ 2521946 w 3782502"/>
                <a:gd name="connsiteY13" fmla="*/ 9729 h 2135714"/>
                <a:gd name="connsiteX0" fmla="*/ 2521946 w 3782502"/>
                <a:gd name="connsiteY0" fmla="*/ 9729 h 2135714"/>
                <a:gd name="connsiteX1" fmla="*/ 1726079 w 3782502"/>
                <a:gd name="connsiteY1" fmla="*/ 49946 h 2135714"/>
                <a:gd name="connsiteX2" fmla="*/ 942912 w 3782502"/>
                <a:gd name="connsiteY2" fmla="*/ 342046 h 2135714"/>
                <a:gd name="connsiteX3" fmla="*/ 326962 w 3782502"/>
                <a:gd name="connsiteY3" fmla="*/ 875446 h 2135714"/>
                <a:gd name="connsiteX4" fmla="*/ 13696 w 3782502"/>
                <a:gd name="connsiteY4" fmla="*/ 1764446 h 2135714"/>
                <a:gd name="connsiteX5" fmla="*/ 108946 w 3782502"/>
                <a:gd name="connsiteY5" fmla="*/ 2132746 h 2135714"/>
                <a:gd name="connsiteX6" fmla="*/ 578846 w 3782502"/>
                <a:gd name="connsiteY6" fmla="*/ 1923196 h 2135714"/>
                <a:gd name="connsiteX7" fmla="*/ 1580029 w 3782502"/>
                <a:gd name="connsiteY7" fmla="*/ 1658613 h 2135714"/>
                <a:gd name="connsiteX8" fmla="*/ 2394946 w 3782502"/>
                <a:gd name="connsiteY8" fmla="*/ 1709413 h 2135714"/>
                <a:gd name="connsiteX9" fmla="*/ 3315696 w 3782502"/>
                <a:gd name="connsiteY9" fmla="*/ 1772913 h 2135714"/>
                <a:gd name="connsiteX10" fmla="*/ 3772896 w 3782502"/>
                <a:gd name="connsiteY10" fmla="*/ 1214113 h 2135714"/>
                <a:gd name="connsiteX11" fmla="*/ 3586629 w 3782502"/>
                <a:gd name="connsiteY11" fmla="*/ 511379 h 2135714"/>
                <a:gd name="connsiteX12" fmla="*/ 3120962 w 3782502"/>
                <a:gd name="connsiteY12" fmla="*/ 155779 h 2135714"/>
                <a:gd name="connsiteX13" fmla="*/ 2521946 w 3782502"/>
                <a:gd name="connsiteY13" fmla="*/ 9729 h 2135714"/>
                <a:gd name="connsiteX0" fmla="*/ 2521946 w 3788498"/>
                <a:gd name="connsiteY0" fmla="*/ 9729 h 2135714"/>
                <a:gd name="connsiteX1" fmla="*/ 1726079 w 3788498"/>
                <a:gd name="connsiteY1" fmla="*/ 49946 h 2135714"/>
                <a:gd name="connsiteX2" fmla="*/ 942912 w 3788498"/>
                <a:gd name="connsiteY2" fmla="*/ 342046 h 2135714"/>
                <a:gd name="connsiteX3" fmla="*/ 326962 w 3788498"/>
                <a:gd name="connsiteY3" fmla="*/ 875446 h 2135714"/>
                <a:gd name="connsiteX4" fmla="*/ 13696 w 3788498"/>
                <a:gd name="connsiteY4" fmla="*/ 1764446 h 2135714"/>
                <a:gd name="connsiteX5" fmla="*/ 108946 w 3788498"/>
                <a:gd name="connsiteY5" fmla="*/ 2132746 h 2135714"/>
                <a:gd name="connsiteX6" fmla="*/ 578846 w 3788498"/>
                <a:gd name="connsiteY6" fmla="*/ 1923196 h 2135714"/>
                <a:gd name="connsiteX7" fmla="*/ 1580029 w 3788498"/>
                <a:gd name="connsiteY7" fmla="*/ 1658613 h 2135714"/>
                <a:gd name="connsiteX8" fmla="*/ 2394946 w 3788498"/>
                <a:gd name="connsiteY8" fmla="*/ 1709413 h 2135714"/>
                <a:gd name="connsiteX9" fmla="*/ 3315696 w 3788498"/>
                <a:gd name="connsiteY9" fmla="*/ 1772913 h 2135714"/>
                <a:gd name="connsiteX10" fmla="*/ 3779246 w 3788498"/>
                <a:gd name="connsiteY10" fmla="*/ 1309363 h 2135714"/>
                <a:gd name="connsiteX11" fmla="*/ 3586629 w 3788498"/>
                <a:gd name="connsiteY11" fmla="*/ 511379 h 2135714"/>
                <a:gd name="connsiteX12" fmla="*/ 3120962 w 3788498"/>
                <a:gd name="connsiteY12" fmla="*/ 155779 h 2135714"/>
                <a:gd name="connsiteX13" fmla="*/ 2521946 w 3788498"/>
                <a:gd name="connsiteY13" fmla="*/ 9729 h 2135714"/>
                <a:gd name="connsiteX0" fmla="*/ 2521946 w 3811639"/>
                <a:gd name="connsiteY0" fmla="*/ 9729 h 2135714"/>
                <a:gd name="connsiteX1" fmla="*/ 1726079 w 3811639"/>
                <a:gd name="connsiteY1" fmla="*/ 49946 h 2135714"/>
                <a:gd name="connsiteX2" fmla="*/ 942912 w 3811639"/>
                <a:gd name="connsiteY2" fmla="*/ 342046 h 2135714"/>
                <a:gd name="connsiteX3" fmla="*/ 326962 w 3811639"/>
                <a:gd name="connsiteY3" fmla="*/ 875446 h 2135714"/>
                <a:gd name="connsiteX4" fmla="*/ 13696 w 3811639"/>
                <a:gd name="connsiteY4" fmla="*/ 1764446 h 2135714"/>
                <a:gd name="connsiteX5" fmla="*/ 108946 w 3811639"/>
                <a:gd name="connsiteY5" fmla="*/ 2132746 h 2135714"/>
                <a:gd name="connsiteX6" fmla="*/ 578846 w 3811639"/>
                <a:gd name="connsiteY6" fmla="*/ 1923196 h 2135714"/>
                <a:gd name="connsiteX7" fmla="*/ 1580029 w 3811639"/>
                <a:gd name="connsiteY7" fmla="*/ 1658613 h 2135714"/>
                <a:gd name="connsiteX8" fmla="*/ 2394946 w 3811639"/>
                <a:gd name="connsiteY8" fmla="*/ 1709413 h 2135714"/>
                <a:gd name="connsiteX9" fmla="*/ 3315696 w 3811639"/>
                <a:gd name="connsiteY9" fmla="*/ 1772913 h 2135714"/>
                <a:gd name="connsiteX10" fmla="*/ 3779246 w 3811639"/>
                <a:gd name="connsiteY10" fmla="*/ 1309363 h 2135714"/>
                <a:gd name="connsiteX11" fmla="*/ 3700929 w 3811639"/>
                <a:gd name="connsiteY11" fmla="*/ 587579 h 2135714"/>
                <a:gd name="connsiteX12" fmla="*/ 3120962 w 3811639"/>
                <a:gd name="connsiteY12" fmla="*/ 155779 h 2135714"/>
                <a:gd name="connsiteX13" fmla="*/ 2521946 w 3811639"/>
                <a:gd name="connsiteY13" fmla="*/ 9729 h 2135714"/>
                <a:gd name="connsiteX0" fmla="*/ 2521946 w 3840730"/>
                <a:gd name="connsiteY0" fmla="*/ 9729 h 2135714"/>
                <a:gd name="connsiteX1" fmla="*/ 1726079 w 3840730"/>
                <a:gd name="connsiteY1" fmla="*/ 49946 h 2135714"/>
                <a:gd name="connsiteX2" fmla="*/ 942912 w 3840730"/>
                <a:gd name="connsiteY2" fmla="*/ 342046 h 2135714"/>
                <a:gd name="connsiteX3" fmla="*/ 326962 w 3840730"/>
                <a:gd name="connsiteY3" fmla="*/ 875446 h 2135714"/>
                <a:gd name="connsiteX4" fmla="*/ 13696 w 3840730"/>
                <a:gd name="connsiteY4" fmla="*/ 1764446 h 2135714"/>
                <a:gd name="connsiteX5" fmla="*/ 108946 w 3840730"/>
                <a:gd name="connsiteY5" fmla="*/ 2132746 h 2135714"/>
                <a:gd name="connsiteX6" fmla="*/ 578846 w 3840730"/>
                <a:gd name="connsiteY6" fmla="*/ 1923196 h 2135714"/>
                <a:gd name="connsiteX7" fmla="*/ 1580029 w 3840730"/>
                <a:gd name="connsiteY7" fmla="*/ 1658613 h 2135714"/>
                <a:gd name="connsiteX8" fmla="*/ 2394946 w 3840730"/>
                <a:gd name="connsiteY8" fmla="*/ 1709413 h 2135714"/>
                <a:gd name="connsiteX9" fmla="*/ 3315696 w 3840730"/>
                <a:gd name="connsiteY9" fmla="*/ 1772913 h 2135714"/>
                <a:gd name="connsiteX10" fmla="*/ 3779246 w 3840730"/>
                <a:gd name="connsiteY10" fmla="*/ 1309363 h 2135714"/>
                <a:gd name="connsiteX11" fmla="*/ 3700929 w 3840730"/>
                <a:gd name="connsiteY11" fmla="*/ 587579 h 2135714"/>
                <a:gd name="connsiteX12" fmla="*/ 3120962 w 3840730"/>
                <a:gd name="connsiteY12" fmla="*/ 155779 h 2135714"/>
                <a:gd name="connsiteX13" fmla="*/ 2521946 w 3840730"/>
                <a:gd name="connsiteY13" fmla="*/ 9729 h 2135714"/>
                <a:gd name="connsiteX0" fmla="*/ 2521946 w 3840730"/>
                <a:gd name="connsiteY0" fmla="*/ 9729 h 2135714"/>
                <a:gd name="connsiteX1" fmla="*/ 1726079 w 3840730"/>
                <a:gd name="connsiteY1" fmla="*/ 49946 h 2135714"/>
                <a:gd name="connsiteX2" fmla="*/ 942912 w 3840730"/>
                <a:gd name="connsiteY2" fmla="*/ 342046 h 2135714"/>
                <a:gd name="connsiteX3" fmla="*/ 326962 w 3840730"/>
                <a:gd name="connsiteY3" fmla="*/ 875446 h 2135714"/>
                <a:gd name="connsiteX4" fmla="*/ 13696 w 3840730"/>
                <a:gd name="connsiteY4" fmla="*/ 1764446 h 2135714"/>
                <a:gd name="connsiteX5" fmla="*/ 108946 w 3840730"/>
                <a:gd name="connsiteY5" fmla="*/ 2132746 h 2135714"/>
                <a:gd name="connsiteX6" fmla="*/ 578846 w 3840730"/>
                <a:gd name="connsiteY6" fmla="*/ 1923196 h 2135714"/>
                <a:gd name="connsiteX7" fmla="*/ 1580029 w 3840730"/>
                <a:gd name="connsiteY7" fmla="*/ 1658613 h 2135714"/>
                <a:gd name="connsiteX8" fmla="*/ 2394946 w 3840730"/>
                <a:gd name="connsiteY8" fmla="*/ 1709413 h 2135714"/>
                <a:gd name="connsiteX9" fmla="*/ 3315696 w 3840730"/>
                <a:gd name="connsiteY9" fmla="*/ 1772913 h 2135714"/>
                <a:gd name="connsiteX10" fmla="*/ 3779246 w 3840730"/>
                <a:gd name="connsiteY10" fmla="*/ 1309363 h 2135714"/>
                <a:gd name="connsiteX11" fmla="*/ 3700929 w 3840730"/>
                <a:gd name="connsiteY11" fmla="*/ 587579 h 2135714"/>
                <a:gd name="connsiteX12" fmla="*/ 3120962 w 3840730"/>
                <a:gd name="connsiteY12" fmla="*/ 155779 h 2135714"/>
                <a:gd name="connsiteX13" fmla="*/ 2521946 w 3840730"/>
                <a:gd name="connsiteY13" fmla="*/ 9729 h 2135714"/>
                <a:gd name="connsiteX0" fmla="*/ 2521946 w 3805363"/>
                <a:gd name="connsiteY0" fmla="*/ 9729 h 2135714"/>
                <a:gd name="connsiteX1" fmla="*/ 1726079 w 3805363"/>
                <a:gd name="connsiteY1" fmla="*/ 49946 h 2135714"/>
                <a:gd name="connsiteX2" fmla="*/ 942912 w 3805363"/>
                <a:gd name="connsiteY2" fmla="*/ 342046 h 2135714"/>
                <a:gd name="connsiteX3" fmla="*/ 326962 w 3805363"/>
                <a:gd name="connsiteY3" fmla="*/ 875446 h 2135714"/>
                <a:gd name="connsiteX4" fmla="*/ 13696 w 3805363"/>
                <a:gd name="connsiteY4" fmla="*/ 1764446 h 2135714"/>
                <a:gd name="connsiteX5" fmla="*/ 108946 w 3805363"/>
                <a:gd name="connsiteY5" fmla="*/ 2132746 h 2135714"/>
                <a:gd name="connsiteX6" fmla="*/ 578846 w 3805363"/>
                <a:gd name="connsiteY6" fmla="*/ 1923196 h 2135714"/>
                <a:gd name="connsiteX7" fmla="*/ 1580029 w 3805363"/>
                <a:gd name="connsiteY7" fmla="*/ 1658613 h 2135714"/>
                <a:gd name="connsiteX8" fmla="*/ 2394946 w 3805363"/>
                <a:gd name="connsiteY8" fmla="*/ 1709413 h 2135714"/>
                <a:gd name="connsiteX9" fmla="*/ 3315696 w 3805363"/>
                <a:gd name="connsiteY9" fmla="*/ 1772913 h 2135714"/>
                <a:gd name="connsiteX10" fmla="*/ 3779246 w 3805363"/>
                <a:gd name="connsiteY10" fmla="*/ 1309363 h 2135714"/>
                <a:gd name="connsiteX11" fmla="*/ 3618379 w 3805363"/>
                <a:gd name="connsiteY11" fmla="*/ 555829 h 2135714"/>
                <a:gd name="connsiteX12" fmla="*/ 3120962 w 3805363"/>
                <a:gd name="connsiteY12" fmla="*/ 155779 h 2135714"/>
                <a:gd name="connsiteX13" fmla="*/ 2521946 w 3805363"/>
                <a:gd name="connsiteY13" fmla="*/ 9729 h 2135714"/>
                <a:gd name="connsiteX0" fmla="*/ 2521946 w 3819294"/>
                <a:gd name="connsiteY0" fmla="*/ 9729 h 2135714"/>
                <a:gd name="connsiteX1" fmla="*/ 1726079 w 3819294"/>
                <a:gd name="connsiteY1" fmla="*/ 49946 h 2135714"/>
                <a:gd name="connsiteX2" fmla="*/ 942912 w 3819294"/>
                <a:gd name="connsiteY2" fmla="*/ 342046 h 2135714"/>
                <a:gd name="connsiteX3" fmla="*/ 326962 w 3819294"/>
                <a:gd name="connsiteY3" fmla="*/ 875446 h 2135714"/>
                <a:gd name="connsiteX4" fmla="*/ 13696 w 3819294"/>
                <a:gd name="connsiteY4" fmla="*/ 1764446 h 2135714"/>
                <a:gd name="connsiteX5" fmla="*/ 108946 w 3819294"/>
                <a:gd name="connsiteY5" fmla="*/ 2132746 h 2135714"/>
                <a:gd name="connsiteX6" fmla="*/ 578846 w 3819294"/>
                <a:gd name="connsiteY6" fmla="*/ 1923196 h 2135714"/>
                <a:gd name="connsiteX7" fmla="*/ 1580029 w 3819294"/>
                <a:gd name="connsiteY7" fmla="*/ 1658613 h 2135714"/>
                <a:gd name="connsiteX8" fmla="*/ 2394946 w 3819294"/>
                <a:gd name="connsiteY8" fmla="*/ 1709413 h 2135714"/>
                <a:gd name="connsiteX9" fmla="*/ 3315696 w 3819294"/>
                <a:gd name="connsiteY9" fmla="*/ 1772913 h 2135714"/>
                <a:gd name="connsiteX10" fmla="*/ 3779246 w 3819294"/>
                <a:gd name="connsiteY10" fmla="*/ 1309363 h 2135714"/>
                <a:gd name="connsiteX11" fmla="*/ 3656479 w 3819294"/>
                <a:gd name="connsiteY11" fmla="*/ 543129 h 2135714"/>
                <a:gd name="connsiteX12" fmla="*/ 3120962 w 3819294"/>
                <a:gd name="connsiteY12" fmla="*/ 155779 h 2135714"/>
                <a:gd name="connsiteX13" fmla="*/ 2521946 w 3819294"/>
                <a:gd name="connsiteY13" fmla="*/ 9729 h 2135714"/>
                <a:gd name="connsiteX0" fmla="*/ 2521946 w 3819294"/>
                <a:gd name="connsiteY0" fmla="*/ 7850 h 2133835"/>
                <a:gd name="connsiteX1" fmla="*/ 1726079 w 3819294"/>
                <a:gd name="connsiteY1" fmla="*/ 48067 h 2133835"/>
                <a:gd name="connsiteX2" fmla="*/ 942912 w 3819294"/>
                <a:gd name="connsiteY2" fmla="*/ 340167 h 2133835"/>
                <a:gd name="connsiteX3" fmla="*/ 326962 w 3819294"/>
                <a:gd name="connsiteY3" fmla="*/ 873567 h 2133835"/>
                <a:gd name="connsiteX4" fmla="*/ 13696 w 3819294"/>
                <a:gd name="connsiteY4" fmla="*/ 1762567 h 2133835"/>
                <a:gd name="connsiteX5" fmla="*/ 108946 w 3819294"/>
                <a:gd name="connsiteY5" fmla="*/ 2130867 h 2133835"/>
                <a:gd name="connsiteX6" fmla="*/ 578846 w 3819294"/>
                <a:gd name="connsiteY6" fmla="*/ 1921317 h 2133835"/>
                <a:gd name="connsiteX7" fmla="*/ 1580029 w 3819294"/>
                <a:gd name="connsiteY7" fmla="*/ 1656734 h 2133835"/>
                <a:gd name="connsiteX8" fmla="*/ 2394946 w 3819294"/>
                <a:gd name="connsiteY8" fmla="*/ 1707534 h 2133835"/>
                <a:gd name="connsiteX9" fmla="*/ 3315696 w 3819294"/>
                <a:gd name="connsiteY9" fmla="*/ 1771034 h 2133835"/>
                <a:gd name="connsiteX10" fmla="*/ 3779246 w 3819294"/>
                <a:gd name="connsiteY10" fmla="*/ 1307484 h 2133835"/>
                <a:gd name="connsiteX11" fmla="*/ 3656479 w 3819294"/>
                <a:gd name="connsiteY11" fmla="*/ 541250 h 2133835"/>
                <a:gd name="connsiteX12" fmla="*/ 3152712 w 3819294"/>
                <a:gd name="connsiteY12" fmla="*/ 128500 h 2133835"/>
                <a:gd name="connsiteX13" fmla="*/ 2521946 w 3819294"/>
                <a:gd name="connsiteY13" fmla="*/ 7850 h 2133835"/>
                <a:gd name="connsiteX0" fmla="*/ 2521946 w 3819294"/>
                <a:gd name="connsiteY0" fmla="*/ 7850 h 2133835"/>
                <a:gd name="connsiteX1" fmla="*/ 1726079 w 3819294"/>
                <a:gd name="connsiteY1" fmla="*/ 48067 h 2133835"/>
                <a:gd name="connsiteX2" fmla="*/ 942912 w 3819294"/>
                <a:gd name="connsiteY2" fmla="*/ 340167 h 2133835"/>
                <a:gd name="connsiteX3" fmla="*/ 326962 w 3819294"/>
                <a:gd name="connsiteY3" fmla="*/ 873567 h 2133835"/>
                <a:gd name="connsiteX4" fmla="*/ 13696 w 3819294"/>
                <a:gd name="connsiteY4" fmla="*/ 1762567 h 2133835"/>
                <a:gd name="connsiteX5" fmla="*/ 108946 w 3819294"/>
                <a:gd name="connsiteY5" fmla="*/ 2130867 h 2133835"/>
                <a:gd name="connsiteX6" fmla="*/ 578846 w 3819294"/>
                <a:gd name="connsiteY6" fmla="*/ 1921317 h 2133835"/>
                <a:gd name="connsiteX7" fmla="*/ 1580029 w 3819294"/>
                <a:gd name="connsiteY7" fmla="*/ 1656734 h 2133835"/>
                <a:gd name="connsiteX8" fmla="*/ 2394946 w 3819294"/>
                <a:gd name="connsiteY8" fmla="*/ 1707534 h 2133835"/>
                <a:gd name="connsiteX9" fmla="*/ 3315696 w 3819294"/>
                <a:gd name="connsiteY9" fmla="*/ 1771034 h 2133835"/>
                <a:gd name="connsiteX10" fmla="*/ 3779246 w 3819294"/>
                <a:gd name="connsiteY10" fmla="*/ 1307484 h 2133835"/>
                <a:gd name="connsiteX11" fmla="*/ 3656479 w 3819294"/>
                <a:gd name="connsiteY11" fmla="*/ 541250 h 2133835"/>
                <a:gd name="connsiteX12" fmla="*/ 3152712 w 3819294"/>
                <a:gd name="connsiteY12" fmla="*/ 128500 h 2133835"/>
                <a:gd name="connsiteX13" fmla="*/ 2521946 w 3819294"/>
                <a:gd name="connsiteY13" fmla="*/ 7850 h 2133835"/>
                <a:gd name="connsiteX0" fmla="*/ 2521946 w 3840730"/>
                <a:gd name="connsiteY0" fmla="*/ 7850 h 2133835"/>
                <a:gd name="connsiteX1" fmla="*/ 1726079 w 3840730"/>
                <a:gd name="connsiteY1" fmla="*/ 48067 h 2133835"/>
                <a:gd name="connsiteX2" fmla="*/ 942912 w 3840730"/>
                <a:gd name="connsiteY2" fmla="*/ 340167 h 2133835"/>
                <a:gd name="connsiteX3" fmla="*/ 326962 w 3840730"/>
                <a:gd name="connsiteY3" fmla="*/ 873567 h 2133835"/>
                <a:gd name="connsiteX4" fmla="*/ 13696 w 3840730"/>
                <a:gd name="connsiteY4" fmla="*/ 1762567 h 2133835"/>
                <a:gd name="connsiteX5" fmla="*/ 108946 w 3840730"/>
                <a:gd name="connsiteY5" fmla="*/ 2130867 h 2133835"/>
                <a:gd name="connsiteX6" fmla="*/ 578846 w 3840730"/>
                <a:gd name="connsiteY6" fmla="*/ 1921317 h 2133835"/>
                <a:gd name="connsiteX7" fmla="*/ 1580029 w 3840730"/>
                <a:gd name="connsiteY7" fmla="*/ 1656734 h 2133835"/>
                <a:gd name="connsiteX8" fmla="*/ 2394946 w 3840730"/>
                <a:gd name="connsiteY8" fmla="*/ 1707534 h 2133835"/>
                <a:gd name="connsiteX9" fmla="*/ 3315696 w 3840730"/>
                <a:gd name="connsiteY9" fmla="*/ 1771034 h 2133835"/>
                <a:gd name="connsiteX10" fmla="*/ 3779246 w 3840730"/>
                <a:gd name="connsiteY10" fmla="*/ 1307484 h 2133835"/>
                <a:gd name="connsiteX11" fmla="*/ 3700929 w 3840730"/>
                <a:gd name="connsiteY11" fmla="*/ 547600 h 2133835"/>
                <a:gd name="connsiteX12" fmla="*/ 3152712 w 3840730"/>
                <a:gd name="connsiteY12" fmla="*/ 128500 h 2133835"/>
                <a:gd name="connsiteX13" fmla="*/ 2521946 w 3840730"/>
                <a:gd name="connsiteY13" fmla="*/ 7850 h 2133835"/>
                <a:gd name="connsiteX0" fmla="*/ 2521946 w 3816354"/>
                <a:gd name="connsiteY0" fmla="*/ 7850 h 2133835"/>
                <a:gd name="connsiteX1" fmla="*/ 1726079 w 3816354"/>
                <a:gd name="connsiteY1" fmla="*/ 48067 h 2133835"/>
                <a:gd name="connsiteX2" fmla="*/ 942912 w 3816354"/>
                <a:gd name="connsiteY2" fmla="*/ 340167 h 2133835"/>
                <a:gd name="connsiteX3" fmla="*/ 326962 w 3816354"/>
                <a:gd name="connsiteY3" fmla="*/ 873567 h 2133835"/>
                <a:gd name="connsiteX4" fmla="*/ 13696 w 3816354"/>
                <a:gd name="connsiteY4" fmla="*/ 1762567 h 2133835"/>
                <a:gd name="connsiteX5" fmla="*/ 108946 w 3816354"/>
                <a:gd name="connsiteY5" fmla="*/ 2130867 h 2133835"/>
                <a:gd name="connsiteX6" fmla="*/ 578846 w 3816354"/>
                <a:gd name="connsiteY6" fmla="*/ 1921317 h 2133835"/>
                <a:gd name="connsiteX7" fmla="*/ 1580029 w 3816354"/>
                <a:gd name="connsiteY7" fmla="*/ 1656734 h 2133835"/>
                <a:gd name="connsiteX8" fmla="*/ 2394946 w 3816354"/>
                <a:gd name="connsiteY8" fmla="*/ 1707534 h 2133835"/>
                <a:gd name="connsiteX9" fmla="*/ 3315696 w 3816354"/>
                <a:gd name="connsiteY9" fmla="*/ 1771034 h 2133835"/>
                <a:gd name="connsiteX10" fmla="*/ 3779246 w 3816354"/>
                <a:gd name="connsiteY10" fmla="*/ 1307484 h 2133835"/>
                <a:gd name="connsiteX11" fmla="*/ 3700929 w 3816354"/>
                <a:gd name="connsiteY11" fmla="*/ 547600 h 2133835"/>
                <a:gd name="connsiteX12" fmla="*/ 3152712 w 3816354"/>
                <a:gd name="connsiteY12" fmla="*/ 128500 h 2133835"/>
                <a:gd name="connsiteX13" fmla="*/ 2521946 w 3816354"/>
                <a:gd name="connsiteY13" fmla="*/ 7850 h 2133835"/>
                <a:gd name="connsiteX0" fmla="*/ 2521946 w 3819853"/>
                <a:gd name="connsiteY0" fmla="*/ 7850 h 2133835"/>
                <a:gd name="connsiteX1" fmla="*/ 1726079 w 3819853"/>
                <a:gd name="connsiteY1" fmla="*/ 48067 h 2133835"/>
                <a:gd name="connsiteX2" fmla="*/ 942912 w 3819853"/>
                <a:gd name="connsiteY2" fmla="*/ 340167 h 2133835"/>
                <a:gd name="connsiteX3" fmla="*/ 326962 w 3819853"/>
                <a:gd name="connsiteY3" fmla="*/ 873567 h 2133835"/>
                <a:gd name="connsiteX4" fmla="*/ 13696 w 3819853"/>
                <a:gd name="connsiteY4" fmla="*/ 1762567 h 2133835"/>
                <a:gd name="connsiteX5" fmla="*/ 108946 w 3819853"/>
                <a:gd name="connsiteY5" fmla="*/ 2130867 h 2133835"/>
                <a:gd name="connsiteX6" fmla="*/ 578846 w 3819853"/>
                <a:gd name="connsiteY6" fmla="*/ 1921317 h 2133835"/>
                <a:gd name="connsiteX7" fmla="*/ 1580029 w 3819853"/>
                <a:gd name="connsiteY7" fmla="*/ 1656734 h 2133835"/>
                <a:gd name="connsiteX8" fmla="*/ 2394946 w 3819853"/>
                <a:gd name="connsiteY8" fmla="*/ 1707534 h 2133835"/>
                <a:gd name="connsiteX9" fmla="*/ 3315696 w 3819853"/>
                <a:gd name="connsiteY9" fmla="*/ 1771034 h 2133835"/>
                <a:gd name="connsiteX10" fmla="*/ 3779246 w 3819853"/>
                <a:gd name="connsiteY10" fmla="*/ 1307484 h 2133835"/>
                <a:gd name="connsiteX11" fmla="*/ 3700929 w 3819853"/>
                <a:gd name="connsiteY11" fmla="*/ 547600 h 2133835"/>
                <a:gd name="connsiteX12" fmla="*/ 3152712 w 3819853"/>
                <a:gd name="connsiteY12" fmla="*/ 128500 h 2133835"/>
                <a:gd name="connsiteX13" fmla="*/ 2521946 w 3819853"/>
                <a:gd name="connsiteY13" fmla="*/ 7850 h 2133835"/>
                <a:gd name="connsiteX0" fmla="*/ 2521946 w 3819853"/>
                <a:gd name="connsiteY0" fmla="*/ 7850 h 2133835"/>
                <a:gd name="connsiteX1" fmla="*/ 1726079 w 3819853"/>
                <a:gd name="connsiteY1" fmla="*/ 48067 h 2133835"/>
                <a:gd name="connsiteX2" fmla="*/ 942912 w 3819853"/>
                <a:gd name="connsiteY2" fmla="*/ 340167 h 2133835"/>
                <a:gd name="connsiteX3" fmla="*/ 326962 w 3819853"/>
                <a:gd name="connsiteY3" fmla="*/ 873567 h 2133835"/>
                <a:gd name="connsiteX4" fmla="*/ 13696 w 3819853"/>
                <a:gd name="connsiteY4" fmla="*/ 1762567 h 2133835"/>
                <a:gd name="connsiteX5" fmla="*/ 108946 w 3819853"/>
                <a:gd name="connsiteY5" fmla="*/ 2130867 h 2133835"/>
                <a:gd name="connsiteX6" fmla="*/ 578846 w 3819853"/>
                <a:gd name="connsiteY6" fmla="*/ 1921317 h 2133835"/>
                <a:gd name="connsiteX7" fmla="*/ 1580029 w 3819853"/>
                <a:gd name="connsiteY7" fmla="*/ 1656734 h 2133835"/>
                <a:gd name="connsiteX8" fmla="*/ 2394946 w 3819853"/>
                <a:gd name="connsiteY8" fmla="*/ 1707534 h 2133835"/>
                <a:gd name="connsiteX9" fmla="*/ 3315696 w 3819853"/>
                <a:gd name="connsiteY9" fmla="*/ 1771034 h 2133835"/>
                <a:gd name="connsiteX10" fmla="*/ 3779246 w 3819853"/>
                <a:gd name="connsiteY10" fmla="*/ 1307484 h 2133835"/>
                <a:gd name="connsiteX11" fmla="*/ 3700929 w 3819853"/>
                <a:gd name="connsiteY11" fmla="*/ 547600 h 2133835"/>
                <a:gd name="connsiteX12" fmla="*/ 3152712 w 3819853"/>
                <a:gd name="connsiteY12" fmla="*/ 128500 h 2133835"/>
                <a:gd name="connsiteX13" fmla="*/ 2521946 w 3819853"/>
                <a:gd name="connsiteY13" fmla="*/ 7850 h 2133835"/>
                <a:gd name="connsiteX0" fmla="*/ 2520158 w 3818065"/>
                <a:gd name="connsiteY0" fmla="*/ 7850 h 2133835"/>
                <a:gd name="connsiteX1" fmla="*/ 1724291 w 3818065"/>
                <a:gd name="connsiteY1" fmla="*/ 48067 h 2133835"/>
                <a:gd name="connsiteX2" fmla="*/ 941124 w 3818065"/>
                <a:gd name="connsiteY2" fmla="*/ 340167 h 2133835"/>
                <a:gd name="connsiteX3" fmla="*/ 299774 w 3818065"/>
                <a:gd name="connsiteY3" fmla="*/ 873567 h 2133835"/>
                <a:gd name="connsiteX4" fmla="*/ 11908 w 3818065"/>
                <a:gd name="connsiteY4" fmla="*/ 1762567 h 2133835"/>
                <a:gd name="connsiteX5" fmla="*/ 107158 w 3818065"/>
                <a:gd name="connsiteY5" fmla="*/ 2130867 h 2133835"/>
                <a:gd name="connsiteX6" fmla="*/ 577058 w 3818065"/>
                <a:gd name="connsiteY6" fmla="*/ 1921317 h 2133835"/>
                <a:gd name="connsiteX7" fmla="*/ 1578241 w 3818065"/>
                <a:gd name="connsiteY7" fmla="*/ 1656734 h 2133835"/>
                <a:gd name="connsiteX8" fmla="*/ 2393158 w 3818065"/>
                <a:gd name="connsiteY8" fmla="*/ 1707534 h 2133835"/>
                <a:gd name="connsiteX9" fmla="*/ 3313908 w 3818065"/>
                <a:gd name="connsiteY9" fmla="*/ 1771034 h 2133835"/>
                <a:gd name="connsiteX10" fmla="*/ 3777458 w 3818065"/>
                <a:gd name="connsiteY10" fmla="*/ 1307484 h 2133835"/>
                <a:gd name="connsiteX11" fmla="*/ 3699141 w 3818065"/>
                <a:gd name="connsiteY11" fmla="*/ 547600 h 2133835"/>
                <a:gd name="connsiteX12" fmla="*/ 3150924 w 3818065"/>
                <a:gd name="connsiteY12" fmla="*/ 128500 h 2133835"/>
                <a:gd name="connsiteX13" fmla="*/ 2520158 w 3818065"/>
                <a:gd name="connsiteY13" fmla="*/ 7850 h 2133835"/>
                <a:gd name="connsiteX0" fmla="*/ 2520158 w 3818065"/>
                <a:gd name="connsiteY0" fmla="*/ 7141 h 2133126"/>
                <a:gd name="connsiteX1" fmla="*/ 1724291 w 3818065"/>
                <a:gd name="connsiteY1" fmla="*/ 47358 h 2133126"/>
                <a:gd name="connsiteX2" fmla="*/ 890324 w 3818065"/>
                <a:gd name="connsiteY2" fmla="*/ 320408 h 2133126"/>
                <a:gd name="connsiteX3" fmla="*/ 299774 w 3818065"/>
                <a:gd name="connsiteY3" fmla="*/ 872858 h 2133126"/>
                <a:gd name="connsiteX4" fmla="*/ 11908 w 3818065"/>
                <a:gd name="connsiteY4" fmla="*/ 1761858 h 2133126"/>
                <a:gd name="connsiteX5" fmla="*/ 107158 w 3818065"/>
                <a:gd name="connsiteY5" fmla="*/ 2130158 h 2133126"/>
                <a:gd name="connsiteX6" fmla="*/ 577058 w 3818065"/>
                <a:gd name="connsiteY6" fmla="*/ 1920608 h 2133126"/>
                <a:gd name="connsiteX7" fmla="*/ 1578241 w 3818065"/>
                <a:gd name="connsiteY7" fmla="*/ 1656025 h 2133126"/>
                <a:gd name="connsiteX8" fmla="*/ 2393158 w 3818065"/>
                <a:gd name="connsiteY8" fmla="*/ 1706825 h 2133126"/>
                <a:gd name="connsiteX9" fmla="*/ 3313908 w 3818065"/>
                <a:gd name="connsiteY9" fmla="*/ 1770325 h 2133126"/>
                <a:gd name="connsiteX10" fmla="*/ 3777458 w 3818065"/>
                <a:gd name="connsiteY10" fmla="*/ 1306775 h 2133126"/>
                <a:gd name="connsiteX11" fmla="*/ 3699141 w 3818065"/>
                <a:gd name="connsiteY11" fmla="*/ 546891 h 2133126"/>
                <a:gd name="connsiteX12" fmla="*/ 3150924 w 3818065"/>
                <a:gd name="connsiteY12" fmla="*/ 127791 h 2133126"/>
                <a:gd name="connsiteX13" fmla="*/ 2520158 w 3818065"/>
                <a:gd name="connsiteY13" fmla="*/ 7141 h 2133126"/>
                <a:gd name="connsiteX0" fmla="*/ 2520158 w 3818065"/>
                <a:gd name="connsiteY0" fmla="*/ 7141 h 2133126"/>
                <a:gd name="connsiteX1" fmla="*/ 1724291 w 3818065"/>
                <a:gd name="connsiteY1" fmla="*/ 47358 h 2133126"/>
                <a:gd name="connsiteX2" fmla="*/ 890324 w 3818065"/>
                <a:gd name="connsiteY2" fmla="*/ 320408 h 2133126"/>
                <a:gd name="connsiteX3" fmla="*/ 299774 w 3818065"/>
                <a:gd name="connsiteY3" fmla="*/ 872858 h 2133126"/>
                <a:gd name="connsiteX4" fmla="*/ 11908 w 3818065"/>
                <a:gd name="connsiteY4" fmla="*/ 1761858 h 2133126"/>
                <a:gd name="connsiteX5" fmla="*/ 107158 w 3818065"/>
                <a:gd name="connsiteY5" fmla="*/ 2130158 h 2133126"/>
                <a:gd name="connsiteX6" fmla="*/ 577058 w 3818065"/>
                <a:gd name="connsiteY6" fmla="*/ 1920608 h 2133126"/>
                <a:gd name="connsiteX7" fmla="*/ 1578241 w 3818065"/>
                <a:gd name="connsiteY7" fmla="*/ 1656025 h 2133126"/>
                <a:gd name="connsiteX8" fmla="*/ 2393158 w 3818065"/>
                <a:gd name="connsiteY8" fmla="*/ 1706825 h 2133126"/>
                <a:gd name="connsiteX9" fmla="*/ 3313908 w 3818065"/>
                <a:gd name="connsiteY9" fmla="*/ 1770325 h 2133126"/>
                <a:gd name="connsiteX10" fmla="*/ 3777458 w 3818065"/>
                <a:gd name="connsiteY10" fmla="*/ 1306775 h 2133126"/>
                <a:gd name="connsiteX11" fmla="*/ 3699141 w 3818065"/>
                <a:gd name="connsiteY11" fmla="*/ 546891 h 2133126"/>
                <a:gd name="connsiteX12" fmla="*/ 3150924 w 3818065"/>
                <a:gd name="connsiteY12" fmla="*/ 127791 h 2133126"/>
                <a:gd name="connsiteX13" fmla="*/ 2520158 w 3818065"/>
                <a:gd name="connsiteY13" fmla="*/ 7141 h 2133126"/>
                <a:gd name="connsiteX0" fmla="*/ 2516199 w 3814106"/>
                <a:gd name="connsiteY0" fmla="*/ 7141 h 2133126"/>
                <a:gd name="connsiteX1" fmla="*/ 1720332 w 3814106"/>
                <a:gd name="connsiteY1" fmla="*/ 47358 h 2133126"/>
                <a:gd name="connsiteX2" fmla="*/ 886365 w 3814106"/>
                <a:gd name="connsiteY2" fmla="*/ 320408 h 2133126"/>
                <a:gd name="connsiteX3" fmla="*/ 238665 w 3814106"/>
                <a:gd name="connsiteY3" fmla="*/ 974458 h 2133126"/>
                <a:gd name="connsiteX4" fmla="*/ 7949 w 3814106"/>
                <a:gd name="connsiteY4" fmla="*/ 1761858 h 2133126"/>
                <a:gd name="connsiteX5" fmla="*/ 103199 w 3814106"/>
                <a:gd name="connsiteY5" fmla="*/ 2130158 h 2133126"/>
                <a:gd name="connsiteX6" fmla="*/ 573099 w 3814106"/>
                <a:gd name="connsiteY6" fmla="*/ 1920608 h 2133126"/>
                <a:gd name="connsiteX7" fmla="*/ 1574282 w 3814106"/>
                <a:gd name="connsiteY7" fmla="*/ 1656025 h 2133126"/>
                <a:gd name="connsiteX8" fmla="*/ 2389199 w 3814106"/>
                <a:gd name="connsiteY8" fmla="*/ 1706825 h 2133126"/>
                <a:gd name="connsiteX9" fmla="*/ 3309949 w 3814106"/>
                <a:gd name="connsiteY9" fmla="*/ 1770325 h 2133126"/>
                <a:gd name="connsiteX10" fmla="*/ 3773499 w 3814106"/>
                <a:gd name="connsiteY10" fmla="*/ 1306775 h 2133126"/>
                <a:gd name="connsiteX11" fmla="*/ 3695182 w 3814106"/>
                <a:gd name="connsiteY11" fmla="*/ 546891 h 2133126"/>
                <a:gd name="connsiteX12" fmla="*/ 3146965 w 3814106"/>
                <a:gd name="connsiteY12" fmla="*/ 127791 h 2133126"/>
                <a:gd name="connsiteX13" fmla="*/ 2516199 w 3814106"/>
                <a:gd name="connsiteY13" fmla="*/ 7141 h 2133126"/>
                <a:gd name="connsiteX0" fmla="*/ 2516199 w 3814106"/>
                <a:gd name="connsiteY0" fmla="*/ 0 h 2125985"/>
                <a:gd name="connsiteX1" fmla="*/ 1720332 w 3814106"/>
                <a:gd name="connsiteY1" fmla="*/ 40217 h 2125985"/>
                <a:gd name="connsiteX2" fmla="*/ 841915 w 3814106"/>
                <a:gd name="connsiteY2" fmla="*/ 370417 h 2125985"/>
                <a:gd name="connsiteX3" fmla="*/ 238665 w 3814106"/>
                <a:gd name="connsiteY3" fmla="*/ 967317 h 2125985"/>
                <a:gd name="connsiteX4" fmla="*/ 7949 w 3814106"/>
                <a:gd name="connsiteY4" fmla="*/ 1754717 h 2125985"/>
                <a:gd name="connsiteX5" fmla="*/ 103199 w 3814106"/>
                <a:gd name="connsiteY5" fmla="*/ 2123017 h 2125985"/>
                <a:gd name="connsiteX6" fmla="*/ 573099 w 3814106"/>
                <a:gd name="connsiteY6" fmla="*/ 1913467 h 2125985"/>
                <a:gd name="connsiteX7" fmla="*/ 1574282 w 3814106"/>
                <a:gd name="connsiteY7" fmla="*/ 1648884 h 2125985"/>
                <a:gd name="connsiteX8" fmla="*/ 2389199 w 3814106"/>
                <a:gd name="connsiteY8" fmla="*/ 1699684 h 2125985"/>
                <a:gd name="connsiteX9" fmla="*/ 3309949 w 3814106"/>
                <a:gd name="connsiteY9" fmla="*/ 1763184 h 2125985"/>
                <a:gd name="connsiteX10" fmla="*/ 3773499 w 3814106"/>
                <a:gd name="connsiteY10" fmla="*/ 1299634 h 2125985"/>
                <a:gd name="connsiteX11" fmla="*/ 3695182 w 3814106"/>
                <a:gd name="connsiteY11" fmla="*/ 539750 h 2125985"/>
                <a:gd name="connsiteX12" fmla="*/ 3146965 w 3814106"/>
                <a:gd name="connsiteY12" fmla="*/ 120650 h 2125985"/>
                <a:gd name="connsiteX13" fmla="*/ 2516199 w 3814106"/>
                <a:gd name="connsiteY13" fmla="*/ 0 h 2125985"/>
                <a:gd name="connsiteX0" fmla="*/ 2516199 w 3814106"/>
                <a:gd name="connsiteY0" fmla="*/ 0 h 2125985"/>
                <a:gd name="connsiteX1" fmla="*/ 1720332 w 3814106"/>
                <a:gd name="connsiteY1" fmla="*/ 40217 h 2125985"/>
                <a:gd name="connsiteX2" fmla="*/ 841915 w 3814106"/>
                <a:gd name="connsiteY2" fmla="*/ 370417 h 2125985"/>
                <a:gd name="connsiteX3" fmla="*/ 238665 w 3814106"/>
                <a:gd name="connsiteY3" fmla="*/ 967317 h 2125985"/>
                <a:gd name="connsiteX4" fmla="*/ 7949 w 3814106"/>
                <a:gd name="connsiteY4" fmla="*/ 1754717 h 2125985"/>
                <a:gd name="connsiteX5" fmla="*/ 103199 w 3814106"/>
                <a:gd name="connsiteY5" fmla="*/ 2123017 h 2125985"/>
                <a:gd name="connsiteX6" fmla="*/ 573099 w 3814106"/>
                <a:gd name="connsiteY6" fmla="*/ 1913467 h 2125985"/>
                <a:gd name="connsiteX7" fmla="*/ 1574282 w 3814106"/>
                <a:gd name="connsiteY7" fmla="*/ 1648884 h 2125985"/>
                <a:gd name="connsiteX8" fmla="*/ 2389199 w 3814106"/>
                <a:gd name="connsiteY8" fmla="*/ 1699684 h 2125985"/>
                <a:gd name="connsiteX9" fmla="*/ 3309949 w 3814106"/>
                <a:gd name="connsiteY9" fmla="*/ 1763184 h 2125985"/>
                <a:gd name="connsiteX10" fmla="*/ 3773499 w 3814106"/>
                <a:gd name="connsiteY10" fmla="*/ 1299634 h 2125985"/>
                <a:gd name="connsiteX11" fmla="*/ 3695182 w 3814106"/>
                <a:gd name="connsiteY11" fmla="*/ 539750 h 2125985"/>
                <a:gd name="connsiteX12" fmla="*/ 3146965 w 3814106"/>
                <a:gd name="connsiteY12" fmla="*/ 120650 h 2125985"/>
                <a:gd name="connsiteX13" fmla="*/ 2516199 w 3814106"/>
                <a:gd name="connsiteY13" fmla="*/ 0 h 2125985"/>
                <a:gd name="connsiteX0" fmla="*/ 2516199 w 3814106"/>
                <a:gd name="connsiteY0" fmla="*/ 12253 h 2138238"/>
                <a:gd name="connsiteX1" fmla="*/ 1688582 w 3814106"/>
                <a:gd name="connsiteY1" fmla="*/ 1670 h 2138238"/>
                <a:gd name="connsiteX2" fmla="*/ 841915 w 3814106"/>
                <a:gd name="connsiteY2" fmla="*/ 382670 h 2138238"/>
                <a:gd name="connsiteX3" fmla="*/ 238665 w 3814106"/>
                <a:gd name="connsiteY3" fmla="*/ 979570 h 2138238"/>
                <a:gd name="connsiteX4" fmla="*/ 7949 w 3814106"/>
                <a:gd name="connsiteY4" fmla="*/ 1766970 h 2138238"/>
                <a:gd name="connsiteX5" fmla="*/ 103199 w 3814106"/>
                <a:gd name="connsiteY5" fmla="*/ 2135270 h 2138238"/>
                <a:gd name="connsiteX6" fmla="*/ 573099 w 3814106"/>
                <a:gd name="connsiteY6" fmla="*/ 1925720 h 2138238"/>
                <a:gd name="connsiteX7" fmla="*/ 1574282 w 3814106"/>
                <a:gd name="connsiteY7" fmla="*/ 1661137 h 2138238"/>
                <a:gd name="connsiteX8" fmla="*/ 2389199 w 3814106"/>
                <a:gd name="connsiteY8" fmla="*/ 1711937 h 2138238"/>
                <a:gd name="connsiteX9" fmla="*/ 3309949 w 3814106"/>
                <a:gd name="connsiteY9" fmla="*/ 1775437 h 2138238"/>
                <a:gd name="connsiteX10" fmla="*/ 3773499 w 3814106"/>
                <a:gd name="connsiteY10" fmla="*/ 1311887 h 2138238"/>
                <a:gd name="connsiteX11" fmla="*/ 3695182 w 3814106"/>
                <a:gd name="connsiteY11" fmla="*/ 552003 h 2138238"/>
                <a:gd name="connsiteX12" fmla="*/ 3146965 w 3814106"/>
                <a:gd name="connsiteY12" fmla="*/ 132903 h 2138238"/>
                <a:gd name="connsiteX13" fmla="*/ 2516199 w 3814106"/>
                <a:gd name="connsiteY13" fmla="*/ 12253 h 2138238"/>
                <a:gd name="connsiteX0" fmla="*/ 2516199 w 3814106"/>
                <a:gd name="connsiteY0" fmla="*/ 33809 h 2159794"/>
                <a:gd name="connsiteX1" fmla="*/ 1688582 w 3814106"/>
                <a:gd name="connsiteY1" fmla="*/ 23226 h 2159794"/>
                <a:gd name="connsiteX2" fmla="*/ 841915 w 3814106"/>
                <a:gd name="connsiteY2" fmla="*/ 404226 h 2159794"/>
                <a:gd name="connsiteX3" fmla="*/ 238665 w 3814106"/>
                <a:gd name="connsiteY3" fmla="*/ 1001126 h 2159794"/>
                <a:gd name="connsiteX4" fmla="*/ 7949 w 3814106"/>
                <a:gd name="connsiteY4" fmla="*/ 1788526 h 2159794"/>
                <a:gd name="connsiteX5" fmla="*/ 103199 w 3814106"/>
                <a:gd name="connsiteY5" fmla="*/ 2156826 h 2159794"/>
                <a:gd name="connsiteX6" fmla="*/ 573099 w 3814106"/>
                <a:gd name="connsiteY6" fmla="*/ 1947276 h 2159794"/>
                <a:gd name="connsiteX7" fmla="*/ 1574282 w 3814106"/>
                <a:gd name="connsiteY7" fmla="*/ 1682693 h 2159794"/>
                <a:gd name="connsiteX8" fmla="*/ 2389199 w 3814106"/>
                <a:gd name="connsiteY8" fmla="*/ 1733493 h 2159794"/>
                <a:gd name="connsiteX9" fmla="*/ 3309949 w 3814106"/>
                <a:gd name="connsiteY9" fmla="*/ 1796993 h 2159794"/>
                <a:gd name="connsiteX10" fmla="*/ 3773499 w 3814106"/>
                <a:gd name="connsiteY10" fmla="*/ 1333443 h 2159794"/>
                <a:gd name="connsiteX11" fmla="*/ 3695182 w 3814106"/>
                <a:gd name="connsiteY11" fmla="*/ 573559 h 2159794"/>
                <a:gd name="connsiteX12" fmla="*/ 3146965 w 3814106"/>
                <a:gd name="connsiteY12" fmla="*/ 154459 h 2159794"/>
                <a:gd name="connsiteX13" fmla="*/ 2516199 w 3814106"/>
                <a:gd name="connsiteY13" fmla="*/ 33809 h 2159794"/>
                <a:gd name="connsiteX0" fmla="*/ 2516199 w 3814106"/>
                <a:gd name="connsiteY0" fmla="*/ 6163 h 2132148"/>
                <a:gd name="connsiteX1" fmla="*/ 1694932 w 3814106"/>
                <a:gd name="connsiteY1" fmla="*/ 46380 h 2132148"/>
                <a:gd name="connsiteX2" fmla="*/ 841915 w 3814106"/>
                <a:gd name="connsiteY2" fmla="*/ 376580 h 2132148"/>
                <a:gd name="connsiteX3" fmla="*/ 238665 w 3814106"/>
                <a:gd name="connsiteY3" fmla="*/ 973480 h 2132148"/>
                <a:gd name="connsiteX4" fmla="*/ 7949 w 3814106"/>
                <a:gd name="connsiteY4" fmla="*/ 1760880 h 2132148"/>
                <a:gd name="connsiteX5" fmla="*/ 103199 w 3814106"/>
                <a:gd name="connsiteY5" fmla="*/ 2129180 h 2132148"/>
                <a:gd name="connsiteX6" fmla="*/ 573099 w 3814106"/>
                <a:gd name="connsiteY6" fmla="*/ 1919630 h 2132148"/>
                <a:gd name="connsiteX7" fmla="*/ 1574282 w 3814106"/>
                <a:gd name="connsiteY7" fmla="*/ 1655047 h 2132148"/>
                <a:gd name="connsiteX8" fmla="*/ 2389199 w 3814106"/>
                <a:gd name="connsiteY8" fmla="*/ 1705847 h 2132148"/>
                <a:gd name="connsiteX9" fmla="*/ 3309949 w 3814106"/>
                <a:gd name="connsiteY9" fmla="*/ 1769347 h 2132148"/>
                <a:gd name="connsiteX10" fmla="*/ 3773499 w 3814106"/>
                <a:gd name="connsiteY10" fmla="*/ 1305797 h 2132148"/>
                <a:gd name="connsiteX11" fmla="*/ 3695182 w 3814106"/>
                <a:gd name="connsiteY11" fmla="*/ 545913 h 2132148"/>
                <a:gd name="connsiteX12" fmla="*/ 3146965 w 3814106"/>
                <a:gd name="connsiteY12" fmla="*/ 126813 h 2132148"/>
                <a:gd name="connsiteX13" fmla="*/ 2516199 w 3814106"/>
                <a:gd name="connsiteY13" fmla="*/ 6163 h 2132148"/>
                <a:gd name="connsiteX0" fmla="*/ 2516199 w 3814106"/>
                <a:gd name="connsiteY0" fmla="*/ 12683 h 2138668"/>
                <a:gd name="connsiteX1" fmla="*/ 1694932 w 3814106"/>
                <a:gd name="connsiteY1" fmla="*/ 52900 h 2138668"/>
                <a:gd name="connsiteX2" fmla="*/ 841915 w 3814106"/>
                <a:gd name="connsiteY2" fmla="*/ 383100 h 2138668"/>
                <a:gd name="connsiteX3" fmla="*/ 238665 w 3814106"/>
                <a:gd name="connsiteY3" fmla="*/ 980000 h 2138668"/>
                <a:gd name="connsiteX4" fmla="*/ 7949 w 3814106"/>
                <a:gd name="connsiteY4" fmla="*/ 1767400 h 2138668"/>
                <a:gd name="connsiteX5" fmla="*/ 103199 w 3814106"/>
                <a:gd name="connsiteY5" fmla="*/ 2135700 h 2138668"/>
                <a:gd name="connsiteX6" fmla="*/ 573099 w 3814106"/>
                <a:gd name="connsiteY6" fmla="*/ 1926150 h 2138668"/>
                <a:gd name="connsiteX7" fmla="*/ 1574282 w 3814106"/>
                <a:gd name="connsiteY7" fmla="*/ 1661567 h 2138668"/>
                <a:gd name="connsiteX8" fmla="*/ 2389199 w 3814106"/>
                <a:gd name="connsiteY8" fmla="*/ 1712367 h 2138668"/>
                <a:gd name="connsiteX9" fmla="*/ 3309949 w 3814106"/>
                <a:gd name="connsiteY9" fmla="*/ 1775867 h 2138668"/>
                <a:gd name="connsiteX10" fmla="*/ 3773499 w 3814106"/>
                <a:gd name="connsiteY10" fmla="*/ 1312317 h 2138668"/>
                <a:gd name="connsiteX11" fmla="*/ 3695182 w 3814106"/>
                <a:gd name="connsiteY11" fmla="*/ 552433 h 2138668"/>
                <a:gd name="connsiteX12" fmla="*/ 3146965 w 3814106"/>
                <a:gd name="connsiteY12" fmla="*/ 133333 h 2138668"/>
                <a:gd name="connsiteX13" fmla="*/ 2516199 w 3814106"/>
                <a:gd name="connsiteY13" fmla="*/ 12683 h 2138668"/>
                <a:gd name="connsiteX0" fmla="*/ 2516199 w 3814106"/>
                <a:gd name="connsiteY0" fmla="*/ 0 h 2125985"/>
                <a:gd name="connsiteX1" fmla="*/ 1694932 w 3814106"/>
                <a:gd name="connsiteY1" fmla="*/ 40217 h 2125985"/>
                <a:gd name="connsiteX2" fmla="*/ 797465 w 3814106"/>
                <a:gd name="connsiteY2" fmla="*/ 376767 h 2125985"/>
                <a:gd name="connsiteX3" fmla="*/ 238665 w 3814106"/>
                <a:gd name="connsiteY3" fmla="*/ 967317 h 2125985"/>
                <a:gd name="connsiteX4" fmla="*/ 7949 w 3814106"/>
                <a:gd name="connsiteY4" fmla="*/ 1754717 h 2125985"/>
                <a:gd name="connsiteX5" fmla="*/ 103199 w 3814106"/>
                <a:gd name="connsiteY5" fmla="*/ 2123017 h 2125985"/>
                <a:gd name="connsiteX6" fmla="*/ 573099 w 3814106"/>
                <a:gd name="connsiteY6" fmla="*/ 1913467 h 2125985"/>
                <a:gd name="connsiteX7" fmla="*/ 1574282 w 3814106"/>
                <a:gd name="connsiteY7" fmla="*/ 1648884 h 2125985"/>
                <a:gd name="connsiteX8" fmla="*/ 2389199 w 3814106"/>
                <a:gd name="connsiteY8" fmla="*/ 1699684 h 2125985"/>
                <a:gd name="connsiteX9" fmla="*/ 3309949 w 3814106"/>
                <a:gd name="connsiteY9" fmla="*/ 1763184 h 2125985"/>
                <a:gd name="connsiteX10" fmla="*/ 3773499 w 3814106"/>
                <a:gd name="connsiteY10" fmla="*/ 1299634 h 2125985"/>
                <a:gd name="connsiteX11" fmla="*/ 3695182 w 3814106"/>
                <a:gd name="connsiteY11" fmla="*/ 539750 h 2125985"/>
                <a:gd name="connsiteX12" fmla="*/ 3146965 w 3814106"/>
                <a:gd name="connsiteY12" fmla="*/ 120650 h 2125985"/>
                <a:gd name="connsiteX13" fmla="*/ 2516199 w 3814106"/>
                <a:gd name="connsiteY13" fmla="*/ 0 h 2125985"/>
                <a:gd name="connsiteX0" fmla="*/ 2560649 w 3814106"/>
                <a:gd name="connsiteY0" fmla="*/ 0 h 2138685"/>
                <a:gd name="connsiteX1" fmla="*/ 1694932 w 3814106"/>
                <a:gd name="connsiteY1" fmla="*/ 52917 h 2138685"/>
                <a:gd name="connsiteX2" fmla="*/ 797465 w 3814106"/>
                <a:gd name="connsiteY2" fmla="*/ 389467 h 2138685"/>
                <a:gd name="connsiteX3" fmla="*/ 238665 w 3814106"/>
                <a:gd name="connsiteY3" fmla="*/ 980017 h 2138685"/>
                <a:gd name="connsiteX4" fmla="*/ 7949 w 3814106"/>
                <a:gd name="connsiteY4" fmla="*/ 1767417 h 2138685"/>
                <a:gd name="connsiteX5" fmla="*/ 103199 w 3814106"/>
                <a:gd name="connsiteY5" fmla="*/ 2135717 h 2138685"/>
                <a:gd name="connsiteX6" fmla="*/ 573099 w 3814106"/>
                <a:gd name="connsiteY6" fmla="*/ 1926167 h 2138685"/>
                <a:gd name="connsiteX7" fmla="*/ 1574282 w 3814106"/>
                <a:gd name="connsiteY7" fmla="*/ 1661584 h 2138685"/>
                <a:gd name="connsiteX8" fmla="*/ 2389199 w 3814106"/>
                <a:gd name="connsiteY8" fmla="*/ 1712384 h 2138685"/>
                <a:gd name="connsiteX9" fmla="*/ 3309949 w 3814106"/>
                <a:gd name="connsiteY9" fmla="*/ 1775884 h 2138685"/>
                <a:gd name="connsiteX10" fmla="*/ 3773499 w 3814106"/>
                <a:gd name="connsiteY10" fmla="*/ 1312334 h 2138685"/>
                <a:gd name="connsiteX11" fmla="*/ 3695182 w 3814106"/>
                <a:gd name="connsiteY11" fmla="*/ 552450 h 2138685"/>
                <a:gd name="connsiteX12" fmla="*/ 3146965 w 3814106"/>
                <a:gd name="connsiteY12" fmla="*/ 133350 h 2138685"/>
                <a:gd name="connsiteX13" fmla="*/ 2560649 w 3814106"/>
                <a:gd name="connsiteY13" fmla="*/ 0 h 2138685"/>
                <a:gd name="connsiteX0" fmla="*/ 2560649 w 3814106"/>
                <a:gd name="connsiteY0" fmla="*/ 11247 h 2149932"/>
                <a:gd name="connsiteX1" fmla="*/ 1656832 w 3814106"/>
                <a:gd name="connsiteY1" fmla="*/ 51464 h 2149932"/>
                <a:gd name="connsiteX2" fmla="*/ 797465 w 3814106"/>
                <a:gd name="connsiteY2" fmla="*/ 400714 h 2149932"/>
                <a:gd name="connsiteX3" fmla="*/ 238665 w 3814106"/>
                <a:gd name="connsiteY3" fmla="*/ 991264 h 2149932"/>
                <a:gd name="connsiteX4" fmla="*/ 7949 w 3814106"/>
                <a:gd name="connsiteY4" fmla="*/ 1778664 h 2149932"/>
                <a:gd name="connsiteX5" fmla="*/ 103199 w 3814106"/>
                <a:gd name="connsiteY5" fmla="*/ 2146964 h 2149932"/>
                <a:gd name="connsiteX6" fmla="*/ 573099 w 3814106"/>
                <a:gd name="connsiteY6" fmla="*/ 1937414 h 2149932"/>
                <a:gd name="connsiteX7" fmla="*/ 1574282 w 3814106"/>
                <a:gd name="connsiteY7" fmla="*/ 1672831 h 2149932"/>
                <a:gd name="connsiteX8" fmla="*/ 2389199 w 3814106"/>
                <a:gd name="connsiteY8" fmla="*/ 1723631 h 2149932"/>
                <a:gd name="connsiteX9" fmla="*/ 3309949 w 3814106"/>
                <a:gd name="connsiteY9" fmla="*/ 1787131 h 2149932"/>
                <a:gd name="connsiteX10" fmla="*/ 3773499 w 3814106"/>
                <a:gd name="connsiteY10" fmla="*/ 1323581 h 2149932"/>
                <a:gd name="connsiteX11" fmla="*/ 3695182 w 3814106"/>
                <a:gd name="connsiteY11" fmla="*/ 563697 h 2149932"/>
                <a:gd name="connsiteX12" fmla="*/ 3146965 w 3814106"/>
                <a:gd name="connsiteY12" fmla="*/ 144597 h 2149932"/>
                <a:gd name="connsiteX13" fmla="*/ 2560649 w 3814106"/>
                <a:gd name="connsiteY13" fmla="*/ 11247 h 2149932"/>
                <a:gd name="connsiteX0" fmla="*/ 2566999 w 3814106"/>
                <a:gd name="connsiteY0" fmla="*/ 6951 h 2164686"/>
                <a:gd name="connsiteX1" fmla="*/ 1656832 w 3814106"/>
                <a:gd name="connsiteY1" fmla="*/ 66218 h 2164686"/>
                <a:gd name="connsiteX2" fmla="*/ 797465 w 3814106"/>
                <a:gd name="connsiteY2" fmla="*/ 415468 h 2164686"/>
                <a:gd name="connsiteX3" fmla="*/ 238665 w 3814106"/>
                <a:gd name="connsiteY3" fmla="*/ 1006018 h 2164686"/>
                <a:gd name="connsiteX4" fmla="*/ 7949 w 3814106"/>
                <a:gd name="connsiteY4" fmla="*/ 1793418 h 2164686"/>
                <a:gd name="connsiteX5" fmla="*/ 103199 w 3814106"/>
                <a:gd name="connsiteY5" fmla="*/ 2161718 h 2164686"/>
                <a:gd name="connsiteX6" fmla="*/ 573099 w 3814106"/>
                <a:gd name="connsiteY6" fmla="*/ 1952168 h 2164686"/>
                <a:gd name="connsiteX7" fmla="*/ 1574282 w 3814106"/>
                <a:gd name="connsiteY7" fmla="*/ 1687585 h 2164686"/>
                <a:gd name="connsiteX8" fmla="*/ 2389199 w 3814106"/>
                <a:gd name="connsiteY8" fmla="*/ 1738385 h 2164686"/>
                <a:gd name="connsiteX9" fmla="*/ 3309949 w 3814106"/>
                <a:gd name="connsiteY9" fmla="*/ 1801885 h 2164686"/>
                <a:gd name="connsiteX10" fmla="*/ 3773499 w 3814106"/>
                <a:gd name="connsiteY10" fmla="*/ 1338335 h 2164686"/>
                <a:gd name="connsiteX11" fmla="*/ 3695182 w 3814106"/>
                <a:gd name="connsiteY11" fmla="*/ 578451 h 2164686"/>
                <a:gd name="connsiteX12" fmla="*/ 3146965 w 3814106"/>
                <a:gd name="connsiteY12" fmla="*/ 159351 h 2164686"/>
                <a:gd name="connsiteX13" fmla="*/ 2566999 w 3814106"/>
                <a:gd name="connsiteY13" fmla="*/ 6951 h 2164686"/>
                <a:gd name="connsiteX0" fmla="*/ 2566999 w 3814106"/>
                <a:gd name="connsiteY0" fmla="*/ 6951 h 2164686"/>
                <a:gd name="connsiteX1" fmla="*/ 1656832 w 3814106"/>
                <a:gd name="connsiteY1" fmla="*/ 66218 h 2164686"/>
                <a:gd name="connsiteX2" fmla="*/ 797465 w 3814106"/>
                <a:gd name="connsiteY2" fmla="*/ 415468 h 2164686"/>
                <a:gd name="connsiteX3" fmla="*/ 238665 w 3814106"/>
                <a:gd name="connsiteY3" fmla="*/ 1006018 h 2164686"/>
                <a:gd name="connsiteX4" fmla="*/ 7949 w 3814106"/>
                <a:gd name="connsiteY4" fmla="*/ 1793418 h 2164686"/>
                <a:gd name="connsiteX5" fmla="*/ 103199 w 3814106"/>
                <a:gd name="connsiteY5" fmla="*/ 2161718 h 2164686"/>
                <a:gd name="connsiteX6" fmla="*/ 573099 w 3814106"/>
                <a:gd name="connsiteY6" fmla="*/ 1952168 h 2164686"/>
                <a:gd name="connsiteX7" fmla="*/ 1574282 w 3814106"/>
                <a:gd name="connsiteY7" fmla="*/ 1687585 h 2164686"/>
                <a:gd name="connsiteX8" fmla="*/ 2389199 w 3814106"/>
                <a:gd name="connsiteY8" fmla="*/ 1738385 h 2164686"/>
                <a:gd name="connsiteX9" fmla="*/ 3309949 w 3814106"/>
                <a:gd name="connsiteY9" fmla="*/ 1801885 h 2164686"/>
                <a:gd name="connsiteX10" fmla="*/ 3773499 w 3814106"/>
                <a:gd name="connsiteY10" fmla="*/ 1338335 h 2164686"/>
                <a:gd name="connsiteX11" fmla="*/ 3695182 w 3814106"/>
                <a:gd name="connsiteY11" fmla="*/ 578451 h 2164686"/>
                <a:gd name="connsiteX12" fmla="*/ 3261265 w 3814106"/>
                <a:gd name="connsiteY12" fmla="*/ 159351 h 2164686"/>
                <a:gd name="connsiteX13" fmla="*/ 2566999 w 3814106"/>
                <a:gd name="connsiteY13" fmla="*/ 6951 h 2164686"/>
                <a:gd name="connsiteX0" fmla="*/ 2566999 w 3814106"/>
                <a:gd name="connsiteY0" fmla="*/ 6951 h 2164494"/>
                <a:gd name="connsiteX1" fmla="*/ 1656832 w 3814106"/>
                <a:gd name="connsiteY1" fmla="*/ 66218 h 2164494"/>
                <a:gd name="connsiteX2" fmla="*/ 797465 w 3814106"/>
                <a:gd name="connsiteY2" fmla="*/ 415468 h 2164494"/>
                <a:gd name="connsiteX3" fmla="*/ 238665 w 3814106"/>
                <a:gd name="connsiteY3" fmla="*/ 1006018 h 2164494"/>
                <a:gd name="connsiteX4" fmla="*/ 7949 w 3814106"/>
                <a:gd name="connsiteY4" fmla="*/ 1793418 h 2164494"/>
                <a:gd name="connsiteX5" fmla="*/ 103199 w 3814106"/>
                <a:gd name="connsiteY5" fmla="*/ 2161718 h 2164494"/>
                <a:gd name="connsiteX6" fmla="*/ 573099 w 3814106"/>
                <a:gd name="connsiteY6" fmla="*/ 1952168 h 2164494"/>
                <a:gd name="connsiteX7" fmla="*/ 1485382 w 3814106"/>
                <a:gd name="connsiteY7" fmla="*/ 1763785 h 2164494"/>
                <a:gd name="connsiteX8" fmla="*/ 2389199 w 3814106"/>
                <a:gd name="connsiteY8" fmla="*/ 1738385 h 2164494"/>
                <a:gd name="connsiteX9" fmla="*/ 3309949 w 3814106"/>
                <a:gd name="connsiteY9" fmla="*/ 1801885 h 2164494"/>
                <a:gd name="connsiteX10" fmla="*/ 3773499 w 3814106"/>
                <a:gd name="connsiteY10" fmla="*/ 1338335 h 2164494"/>
                <a:gd name="connsiteX11" fmla="*/ 3695182 w 3814106"/>
                <a:gd name="connsiteY11" fmla="*/ 578451 h 2164494"/>
                <a:gd name="connsiteX12" fmla="*/ 3261265 w 3814106"/>
                <a:gd name="connsiteY12" fmla="*/ 159351 h 2164494"/>
                <a:gd name="connsiteX13" fmla="*/ 2566999 w 3814106"/>
                <a:gd name="connsiteY13" fmla="*/ 6951 h 2164494"/>
                <a:gd name="connsiteX0" fmla="*/ 2566999 w 3814106"/>
                <a:gd name="connsiteY0" fmla="*/ 6951 h 2167591"/>
                <a:gd name="connsiteX1" fmla="*/ 1656832 w 3814106"/>
                <a:gd name="connsiteY1" fmla="*/ 66218 h 2167591"/>
                <a:gd name="connsiteX2" fmla="*/ 797465 w 3814106"/>
                <a:gd name="connsiteY2" fmla="*/ 415468 h 2167591"/>
                <a:gd name="connsiteX3" fmla="*/ 238665 w 3814106"/>
                <a:gd name="connsiteY3" fmla="*/ 1006018 h 2167591"/>
                <a:gd name="connsiteX4" fmla="*/ 7949 w 3814106"/>
                <a:gd name="connsiteY4" fmla="*/ 1793418 h 2167591"/>
                <a:gd name="connsiteX5" fmla="*/ 103199 w 3814106"/>
                <a:gd name="connsiteY5" fmla="*/ 2161718 h 2167591"/>
                <a:gd name="connsiteX6" fmla="*/ 573099 w 3814106"/>
                <a:gd name="connsiteY6" fmla="*/ 1952168 h 2167591"/>
                <a:gd name="connsiteX7" fmla="*/ 1485382 w 3814106"/>
                <a:gd name="connsiteY7" fmla="*/ 1763785 h 2167591"/>
                <a:gd name="connsiteX8" fmla="*/ 2389199 w 3814106"/>
                <a:gd name="connsiteY8" fmla="*/ 1738385 h 2167591"/>
                <a:gd name="connsiteX9" fmla="*/ 3309949 w 3814106"/>
                <a:gd name="connsiteY9" fmla="*/ 1801885 h 2167591"/>
                <a:gd name="connsiteX10" fmla="*/ 3773499 w 3814106"/>
                <a:gd name="connsiteY10" fmla="*/ 1338335 h 2167591"/>
                <a:gd name="connsiteX11" fmla="*/ 3695182 w 3814106"/>
                <a:gd name="connsiteY11" fmla="*/ 578451 h 2167591"/>
                <a:gd name="connsiteX12" fmla="*/ 3261265 w 3814106"/>
                <a:gd name="connsiteY12" fmla="*/ 159351 h 2167591"/>
                <a:gd name="connsiteX13" fmla="*/ 2566999 w 3814106"/>
                <a:gd name="connsiteY13" fmla="*/ 6951 h 2167591"/>
                <a:gd name="connsiteX0" fmla="*/ 2573790 w 3820897"/>
                <a:gd name="connsiteY0" fmla="*/ 6951 h 2164494"/>
                <a:gd name="connsiteX1" fmla="*/ 1663623 w 3820897"/>
                <a:gd name="connsiteY1" fmla="*/ 66218 h 2164494"/>
                <a:gd name="connsiteX2" fmla="*/ 804256 w 3820897"/>
                <a:gd name="connsiteY2" fmla="*/ 415468 h 2164494"/>
                <a:gd name="connsiteX3" fmla="*/ 245456 w 3820897"/>
                <a:gd name="connsiteY3" fmla="*/ 1006018 h 2164494"/>
                <a:gd name="connsiteX4" fmla="*/ 14740 w 3820897"/>
                <a:gd name="connsiteY4" fmla="*/ 1793418 h 2164494"/>
                <a:gd name="connsiteX5" fmla="*/ 84590 w 3820897"/>
                <a:gd name="connsiteY5" fmla="*/ 2161718 h 2164494"/>
                <a:gd name="connsiteX6" fmla="*/ 579890 w 3820897"/>
                <a:gd name="connsiteY6" fmla="*/ 1952168 h 2164494"/>
                <a:gd name="connsiteX7" fmla="*/ 1492173 w 3820897"/>
                <a:gd name="connsiteY7" fmla="*/ 1763785 h 2164494"/>
                <a:gd name="connsiteX8" fmla="*/ 2395990 w 3820897"/>
                <a:gd name="connsiteY8" fmla="*/ 1738385 h 2164494"/>
                <a:gd name="connsiteX9" fmla="*/ 3316740 w 3820897"/>
                <a:gd name="connsiteY9" fmla="*/ 1801885 h 2164494"/>
                <a:gd name="connsiteX10" fmla="*/ 3780290 w 3820897"/>
                <a:gd name="connsiteY10" fmla="*/ 1338335 h 2164494"/>
                <a:gd name="connsiteX11" fmla="*/ 3701973 w 3820897"/>
                <a:gd name="connsiteY11" fmla="*/ 578451 h 2164494"/>
                <a:gd name="connsiteX12" fmla="*/ 3268056 w 3820897"/>
                <a:gd name="connsiteY12" fmla="*/ 159351 h 2164494"/>
                <a:gd name="connsiteX13" fmla="*/ 2573790 w 3820897"/>
                <a:gd name="connsiteY13" fmla="*/ 6951 h 2164494"/>
                <a:gd name="connsiteX0" fmla="*/ 2620793 w 3867900"/>
                <a:gd name="connsiteY0" fmla="*/ 6951 h 2164494"/>
                <a:gd name="connsiteX1" fmla="*/ 1710626 w 3867900"/>
                <a:gd name="connsiteY1" fmla="*/ 66218 h 2164494"/>
                <a:gd name="connsiteX2" fmla="*/ 851259 w 3867900"/>
                <a:gd name="connsiteY2" fmla="*/ 415468 h 2164494"/>
                <a:gd name="connsiteX3" fmla="*/ 292459 w 3867900"/>
                <a:gd name="connsiteY3" fmla="*/ 1006018 h 2164494"/>
                <a:gd name="connsiteX4" fmla="*/ 61743 w 3867900"/>
                <a:gd name="connsiteY4" fmla="*/ 1793418 h 2164494"/>
                <a:gd name="connsiteX5" fmla="*/ 131593 w 3867900"/>
                <a:gd name="connsiteY5" fmla="*/ 2161718 h 2164494"/>
                <a:gd name="connsiteX6" fmla="*/ 626893 w 3867900"/>
                <a:gd name="connsiteY6" fmla="*/ 1952168 h 2164494"/>
                <a:gd name="connsiteX7" fmla="*/ 1539176 w 3867900"/>
                <a:gd name="connsiteY7" fmla="*/ 1763785 h 2164494"/>
                <a:gd name="connsiteX8" fmla="*/ 2442993 w 3867900"/>
                <a:gd name="connsiteY8" fmla="*/ 1738385 h 2164494"/>
                <a:gd name="connsiteX9" fmla="*/ 3363743 w 3867900"/>
                <a:gd name="connsiteY9" fmla="*/ 1801885 h 2164494"/>
                <a:gd name="connsiteX10" fmla="*/ 3827293 w 3867900"/>
                <a:gd name="connsiteY10" fmla="*/ 1338335 h 2164494"/>
                <a:gd name="connsiteX11" fmla="*/ 3748976 w 3867900"/>
                <a:gd name="connsiteY11" fmla="*/ 578451 h 2164494"/>
                <a:gd name="connsiteX12" fmla="*/ 3315059 w 3867900"/>
                <a:gd name="connsiteY12" fmla="*/ 159351 h 2164494"/>
                <a:gd name="connsiteX13" fmla="*/ 2620793 w 3867900"/>
                <a:gd name="connsiteY13" fmla="*/ 6951 h 2164494"/>
                <a:gd name="connsiteX0" fmla="*/ 2569557 w 3816664"/>
                <a:gd name="connsiteY0" fmla="*/ 6951 h 2151958"/>
                <a:gd name="connsiteX1" fmla="*/ 1659390 w 3816664"/>
                <a:gd name="connsiteY1" fmla="*/ 66218 h 2151958"/>
                <a:gd name="connsiteX2" fmla="*/ 800023 w 3816664"/>
                <a:gd name="connsiteY2" fmla="*/ 415468 h 2151958"/>
                <a:gd name="connsiteX3" fmla="*/ 241223 w 3816664"/>
                <a:gd name="connsiteY3" fmla="*/ 1006018 h 2151958"/>
                <a:gd name="connsiteX4" fmla="*/ 10507 w 3816664"/>
                <a:gd name="connsiteY4" fmla="*/ 1793418 h 2151958"/>
                <a:gd name="connsiteX5" fmla="*/ 181957 w 3816664"/>
                <a:gd name="connsiteY5" fmla="*/ 2149018 h 2151958"/>
                <a:gd name="connsiteX6" fmla="*/ 575657 w 3816664"/>
                <a:gd name="connsiteY6" fmla="*/ 1952168 h 2151958"/>
                <a:gd name="connsiteX7" fmla="*/ 1487940 w 3816664"/>
                <a:gd name="connsiteY7" fmla="*/ 1763785 h 2151958"/>
                <a:gd name="connsiteX8" fmla="*/ 2391757 w 3816664"/>
                <a:gd name="connsiteY8" fmla="*/ 1738385 h 2151958"/>
                <a:gd name="connsiteX9" fmla="*/ 3312507 w 3816664"/>
                <a:gd name="connsiteY9" fmla="*/ 1801885 h 2151958"/>
                <a:gd name="connsiteX10" fmla="*/ 3776057 w 3816664"/>
                <a:gd name="connsiteY10" fmla="*/ 1338335 h 2151958"/>
                <a:gd name="connsiteX11" fmla="*/ 3697740 w 3816664"/>
                <a:gd name="connsiteY11" fmla="*/ 578451 h 2151958"/>
                <a:gd name="connsiteX12" fmla="*/ 3263823 w 3816664"/>
                <a:gd name="connsiteY12" fmla="*/ 159351 h 2151958"/>
                <a:gd name="connsiteX13" fmla="*/ 2569557 w 3816664"/>
                <a:gd name="connsiteY13" fmla="*/ 6951 h 2151958"/>
                <a:gd name="connsiteX0" fmla="*/ 2563987 w 3811094"/>
                <a:gd name="connsiteY0" fmla="*/ 6951 h 2154755"/>
                <a:gd name="connsiteX1" fmla="*/ 1653820 w 3811094"/>
                <a:gd name="connsiteY1" fmla="*/ 66218 h 2154755"/>
                <a:gd name="connsiteX2" fmla="*/ 794453 w 3811094"/>
                <a:gd name="connsiteY2" fmla="*/ 415468 h 2154755"/>
                <a:gd name="connsiteX3" fmla="*/ 235653 w 3811094"/>
                <a:gd name="connsiteY3" fmla="*/ 1006018 h 2154755"/>
                <a:gd name="connsiteX4" fmla="*/ 4937 w 3811094"/>
                <a:gd name="connsiteY4" fmla="*/ 1793418 h 2154755"/>
                <a:gd name="connsiteX5" fmla="*/ 176387 w 3811094"/>
                <a:gd name="connsiteY5" fmla="*/ 2149018 h 2154755"/>
                <a:gd name="connsiteX6" fmla="*/ 570087 w 3811094"/>
                <a:gd name="connsiteY6" fmla="*/ 1952168 h 2154755"/>
                <a:gd name="connsiteX7" fmla="*/ 1482370 w 3811094"/>
                <a:gd name="connsiteY7" fmla="*/ 1763785 h 2154755"/>
                <a:gd name="connsiteX8" fmla="*/ 2386187 w 3811094"/>
                <a:gd name="connsiteY8" fmla="*/ 1738385 h 2154755"/>
                <a:gd name="connsiteX9" fmla="*/ 3306937 w 3811094"/>
                <a:gd name="connsiteY9" fmla="*/ 1801885 h 2154755"/>
                <a:gd name="connsiteX10" fmla="*/ 3770487 w 3811094"/>
                <a:gd name="connsiteY10" fmla="*/ 1338335 h 2154755"/>
                <a:gd name="connsiteX11" fmla="*/ 3692170 w 3811094"/>
                <a:gd name="connsiteY11" fmla="*/ 578451 h 2154755"/>
                <a:gd name="connsiteX12" fmla="*/ 3258253 w 3811094"/>
                <a:gd name="connsiteY12" fmla="*/ 159351 h 2154755"/>
                <a:gd name="connsiteX13" fmla="*/ 2563987 w 3811094"/>
                <a:gd name="connsiteY13" fmla="*/ 6951 h 2154755"/>
                <a:gd name="connsiteX0" fmla="*/ 2559998 w 3807105"/>
                <a:gd name="connsiteY0" fmla="*/ 6951 h 2153277"/>
                <a:gd name="connsiteX1" fmla="*/ 1649831 w 3807105"/>
                <a:gd name="connsiteY1" fmla="*/ 66218 h 2153277"/>
                <a:gd name="connsiteX2" fmla="*/ 790464 w 3807105"/>
                <a:gd name="connsiteY2" fmla="*/ 415468 h 2153277"/>
                <a:gd name="connsiteX3" fmla="*/ 231664 w 3807105"/>
                <a:gd name="connsiteY3" fmla="*/ 1006018 h 2153277"/>
                <a:gd name="connsiteX4" fmla="*/ 948 w 3807105"/>
                <a:gd name="connsiteY4" fmla="*/ 1793418 h 2153277"/>
                <a:gd name="connsiteX5" fmla="*/ 172398 w 3807105"/>
                <a:gd name="connsiteY5" fmla="*/ 2149018 h 2153277"/>
                <a:gd name="connsiteX6" fmla="*/ 566098 w 3807105"/>
                <a:gd name="connsiteY6" fmla="*/ 1952168 h 2153277"/>
                <a:gd name="connsiteX7" fmla="*/ 1478381 w 3807105"/>
                <a:gd name="connsiteY7" fmla="*/ 1763785 h 2153277"/>
                <a:gd name="connsiteX8" fmla="*/ 2382198 w 3807105"/>
                <a:gd name="connsiteY8" fmla="*/ 1738385 h 2153277"/>
                <a:gd name="connsiteX9" fmla="*/ 3302948 w 3807105"/>
                <a:gd name="connsiteY9" fmla="*/ 1801885 h 2153277"/>
                <a:gd name="connsiteX10" fmla="*/ 3766498 w 3807105"/>
                <a:gd name="connsiteY10" fmla="*/ 1338335 h 2153277"/>
                <a:gd name="connsiteX11" fmla="*/ 3688181 w 3807105"/>
                <a:gd name="connsiteY11" fmla="*/ 578451 h 2153277"/>
                <a:gd name="connsiteX12" fmla="*/ 3254264 w 3807105"/>
                <a:gd name="connsiteY12" fmla="*/ 159351 h 2153277"/>
                <a:gd name="connsiteX13" fmla="*/ 2559998 w 3807105"/>
                <a:gd name="connsiteY13" fmla="*/ 6951 h 2153277"/>
                <a:gd name="connsiteX0" fmla="*/ 2562722 w 3809829"/>
                <a:gd name="connsiteY0" fmla="*/ 6951 h 2147049"/>
                <a:gd name="connsiteX1" fmla="*/ 1652555 w 3809829"/>
                <a:gd name="connsiteY1" fmla="*/ 66218 h 2147049"/>
                <a:gd name="connsiteX2" fmla="*/ 793188 w 3809829"/>
                <a:gd name="connsiteY2" fmla="*/ 415468 h 2147049"/>
                <a:gd name="connsiteX3" fmla="*/ 234388 w 3809829"/>
                <a:gd name="connsiteY3" fmla="*/ 1006018 h 2147049"/>
                <a:gd name="connsiteX4" fmla="*/ 3672 w 3809829"/>
                <a:gd name="connsiteY4" fmla="*/ 1793418 h 2147049"/>
                <a:gd name="connsiteX5" fmla="*/ 137022 w 3809829"/>
                <a:gd name="connsiteY5" fmla="*/ 2142668 h 2147049"/>
                <a:gd name="connsiteX6" fmla="*/ 568822 w 3809829"/>
                <a:gd name="connsiteY6" fmla="*/ 1952168 h 2147049"/>
                <a:gd name="connsiteX7" fmla="*/ 1481105 w 3809829"/>
                <a:gd name="connsiteY7" fmla="*/ 1763785 h 2147049"/>
                <a:gd name="connsiteX8" fmla="*/ 2384922 w 3809829"/>
                <a:gd name="connsiteY8" fmla="*/ 1738385 h 2147049"/>
                <a:gd name="connsiteX9" fmla="*/ 3305672 w 3809829"/>
                <a:gd name="connsiteY9" fmla="*/ 1801885 h 2147049"/>
                <a:gd name="connsiteX10" fmla="*/ 3769222 w 3809829"/>
                <a:gd name="connsiteY10" fmla="*/ 1338335 h 2147049"/>
                <a:gd name="connsiteX11" fmla="*/ 3690905 w 3809829"/>
                <a:gd name="connsiteY11" fmla="*/ 578451 h 2147049"/>
                <a:gd name="connsiteX12" fmla="*/ 3256988 w 3809829"/>
                <a:gd name="connsiteY12" fmla="*/ 159351 h 2147049"/>
                <a:gd name="connsiteX13" fmla="*/ 2562722 w 3809829"/>
                <a:gd name="connsiteY13" fmla="*/ 6951 h 2147049"/>
                <a:gd name="connsiteX0" fmla="*/ 2562495 w 3809602"/>
                <a:gd name="connsiteY0" fmla="*/ 6951 h 2143674"/>
                <a:gd name="connsiteX1" fmla="*/ 1652328 w 3809602"/>
                <a:gd name="connsiteY1" fmla="*/ 66218 h 2143674"/>
                <a:gd name="connsiteX2" fmla="*/ 792961 w 3809602"/>
                <a:gd name="connsiteY2" fmla="*/ 415468 h 2143674"/>
                <a:gd name="connsiteX3" fmla="*/ 234161 w 3809602"/>
                <a:gd name="connsiteY3" fmla="*/ 1006018 h 2143674"/>
                <a:gd name="connsiteX4" fmla="*/ 3445 w 3809602"/>
                <a:gd name="connsiteY4" fmla="*/ 1793418 h 2143674"/>
                <a:gd name="connsiteX5" fmla="*/ 136795 w 3809602"/>
                <a:gd name="connsiteY5" fmla="*/ 2142668 h 2143674"/>
                <a:gd name="connsiteX6" fmla="*/ 657495 w 3809602"/>
                <a:gd name="connsiteY6" fmla="*/ 1895018 h 2143674"/>
                <a:gd name="connsiteX7" fmla="*/ 1480878 w 3809602"/>
                <a:gd name="connsiteY7" fmla="*/ 1763785 h 2143674"/>
                <a:gd name="connsiteX8" fmla="*/ 2384695 w 3809602"/>
                <a:gd name="connsiteY8" fmla="*/ 1738385 h 2143674"/>
                <a:gd name="connsiteX9" fmla="*/ 3305445 w 3809602"/>
                <a:gd name="connsiteY9" fmla="*/ 1801885 h 2143674"/>
                <a:gd name="connsiteX10" fmla="*/ 3768995 w 3809602"/>
                <a:gd name="connsiteY10" fmla="*/ 1338335 h 2143674"/>
                <a:gd name="connsiteX11" fmla="*/ 3690678 w 3809602"/>
                <a:gd name="connsiteY11" fmla="*/ 578451 h 2143674"/>
                <a:gd name="connsiteX12" fmla="*/ 3256761 w 3809602"/>
                <a:gd name="connsiteY12" fmla="*/ 159351 h 2143674"/>
                <a:gd name="connsiteX13" fmla="*/ 2562495 w 3809602"/>
                <a:gd name="connsiteY13" fmla="*/ 6951 h 2143674"/>
                <a:gd name="connsiteX0" fmla="*/ 2562495 w 3809602"/>
                <a:gd name="connsiteY0" fmla="*/ 6951 h 2143569"/>
                <a:gd name="connsiteX1" fmla="*/ 1652328 w 3809602"/>
                <a:gd name="connsiteY1" fmla="*/ 66218 h 2143569"/>
                <a:gd name="connsiteX2" fmla="*/ 792961 w 3809602"/>
                <a:gd name="connsiteY2" fmla="*/ 415468 h 2143569"/>
                <a:gd name="connsiteX3" fmla="*/ 234161 w 3809602"/>
                <a:gd name="connsiteY3" fmla="*/ 1006018 h 2143569"/>
                <a:gd name="connsiteX4" fmla="*/ 3445 w 3809602"/>
                <a:gd name="connsiteY4" fmla="*/ 1793418 h 2143569"/>
                <a:gd name="connsiteX5" fmla="*/ 136795 w 3809602"/>
                <a:gd name="connsiteY5" fmla="*/ 2142668 h 2143569"/>
                <a:gd name="connsiteX6" fmla="*/ 657495 w 3809602"/>
                <a:gd name="connsiteY6" fmla="*/ 1895018 h 2143569"/>
                <a:gd name="connsiteX7" fmla="*/ 1480878 w 3809602"/>
                <a:gd name="connsiteY7" fmla="*/ 1763785 h 2143569"/>
                <a:gd name="connsiteX8" fmla="*/ 2384695 w 3809602"/>
                <a:gd name="connsiteY8" fmla="*/ 1738385 h 2143569"/>
                <a:gd name="connsiteX9" fmla="*/ 3305445 w 3809602"/>
                <a:gd name="connsiteY9" fmla="*/ 1801885 h 2143569"/>
                <a:gd name="connsiteX10" fmla="*/ 3768995 w 3809602"/>
                <a:gd name="connsiteY10" fmla="*/ 1338335 h 2143569"/>
                <a:gd name="connsiteX11" fmla="*/ 3690678 w 3809602"/>
                <a:gd name="connsiteY11" fmla="*/ 578451 h 2143569"/>
                <a:gd name="connsiteX12" fmla="*/ 3256761 w 3809602"/>
                <a:gd name="connsiteY12" fmla="*/ 159351 h 2143569"/>
                <a:gd name="connsiteX13" fmla="*/ 2562495 w 3809602"/>
                <a:gd name="connsiteY13" fmla="*/ 6951 h 214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09602" h="2143569">
                  <a:moveTo>
                    <a:pt x="2562495" y="6951"/>
                  </a:moveTo>
                  <a:cubicBezTo>
                    <a:pt x="2295090" y="-8571"/>
                    <a:pt x="1947250" y="-1868"/>
                    <a:pt x="1652328" y="66218"/>
                  </a:cubicBezTo>
                  <a:cubicBezTo>
                    <a:pt x="1357406" y="134304"/>
                    <a:pt x="1029322" y="258835"/>
                    <a:pt x="792961" y="415468"/>
                  </a:cubicBezTo>
                  <a:cubicBezTo>
                    <a:pt x="556600" y="572101"/>
                    <a:pt x="365747" y="776360"/>
                    <a:pt x="234161" y="1006018"/>
                  </a:cubicBezTo>
                  <a:cubicBezTo>
                    <a:pt x="102575" y="1235676"/>
                    <a:pt x="19673" y="1603976"/>
                    <a:pt x="3445" y="1793418"/>
                  </a:cubicBezTo>
                  <a:cubicBezTo>
                    <a:pt x="-12783" y="1982860"/>
                    <a:pt x="27787" y="2125735"/>
                    <a:pt x="136795" y="2142668"/>
                  </a:cubicBezTo>
                  <a:cubicBezTo>
                    <a:pt x="245803" y="2159601"/>
                    <a:pt x="471581" y="1932765"/>
                    <a:pt x="657495" y="1895018"/>
                  </a:cubicBezTo>
                  <a:cubicBezTo>
                    <a:pt x="843409" y="1857271"/>
                    <a:pt x="1193011" y="1789890"/>
                    <a:pt x="1480878" y="1763785"/>
                  </a:cubicBezTo>
                  <a:cubicBezTo>
                    <a:pt x="1768745" y="1737680"/>
                    <a:pt x="2080601" y="1732035"/>
                    <a:pt x="2384695" y="1738385"/>
                  </a:cubicBezTo>
                  <a:cubicBezTo>
                    <a:pt x="2688790" y="1744735"/>
                    <a:pt x="3074728" y="1868560"/>
                    <a:pt x="3305445" y="1801885"/>
                  </a:cubicBezTo>
                  <a:cubicBezTo>
                    <a:pt x="3536162" y="1735210"/>
                    <a:pt x="3704790" y="1542241"/>
                    <a:pt x="3768995" y="1338335"/>
                  </a:cubicBezTo>
                  <a:cubicBezTo>
                    <a:pt x="3833201" y="1134429"/>
                    <a:pt x="3831084" y="818340"/>
                    <a:pt x="3690678" y="578451"/>
                  </a:cubicBezTo>
                  <a:cubicBezTo>
                    <a:pt x="3543922" y="344912"/>
                    <a:pt x="3444791" y="254601"/>
                    <a:pt x="3256761" y="159351"/>
                  </a:cubicBezTo>
                  <a:cubicBezTo>
                    <a:pt x="3068731" y="64101"/>
                    <a:pt x="2829900" y="22473"/>
                    <a:pt x="2562495" y="6951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334000" y="3930005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7512000" y="2971800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800600" y="4038005"/>
                  <a:ext cx="10668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4038005"/>
                  <a:ext cx="1066800" cy="49244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7297206" y="2603532"/>
                  <a:ext cx="10668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206" y="2603532"/>
                  <a:ext cx="1066800" cy="4924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6096000" y="2293559"/>
                  <a:ext cx="1066800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oMath>
                    </m:oMathPara>
                  </a14:m>
                  <a:endParaRPr lang="zh-HK" altLang="en-US" sz="26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2293559"/>
                  <a:ext cx="1066800" cy="49244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/>
          <p:cNvSpPr txBox="1"/>
          <p:nvPr/>
        </p:nvSpPr>
        <p:spPr>
          <a:xfrm>
            <a:off x="590920" y="5130225"/>
            <a:ext cx="5554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solidFill>
                  <a:srgbClr val="00B0F0"/>
                </a:solidFill>
              </a:rPr>
              <a:t>Boundary</a:t>
            </a:r>
            <a:r>
              <a:rPr lang="en-US" altLang="zh-HK" sz="3200" dirty="0"/>
              <a:t> determines </a:t>
            </a:r>
            <a:r>
              <a:rPr lang="en-US" altLang="zh-HK" sz="3200" dirty="0">
                <a:solidFill>
                  <a:srgbClr val="FF0000"/>
                </a:solidFill>
              </a:rPr>
              <a:t>interior</a:t>
            </a:r>
            <a:endParaRPr lang="zh-HK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632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sz="2800" dirty="0">
                <a:hlinkClick r:id="rId2"/>
              </a:rPr>
              <a:t>http://www.phy.cuhk.edu.hk/elearning/year1phy/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5EDA-0149-4460-BCFD-61A09D1C9111}" type="datetime1">
              <a:rPr lang="en-GB" smtClean="0"/>
              <a:t>08/01/2024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C71F-400F-4983-A15F-D6377B8108E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466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9701</TotalTime>
  <Words>402</Words>
  <Application>Microsoft Office PowerPoint</Application>
  <PresentationFormat>On-screen Show (4:3)</PresentationFormat>
  <Paragraphs>215</Paragraphs>
  <Slides>32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新細明體</vt:lpstr>
      <vt:lpstr>新細明體</vt:lpstr>
      <vt:lpstr>Arial</vt:lpstr>
      <vt:lpstr>Calibri</vt:lpstr>
      <vt:lpstr>Cambria Math</vt:lpstr>
      <vt:lpstr>Times New Roman</vt:lpstr>
      <vt:lpstr>Office Theme</vt:lpstr>
      <vt:lpstr>Equation</vt:lpstr>
      <vt:lpstr>PHYS 5420 (M) Classical Electrodynamics</vt:lpstr>
      <vt:lpstr>PowerPoint Presentation</vt:lpstr>
      <vt:lpstr>Class hours &amp; venue</vt:lpstr>
      <vt:lpstr>Instructors</vt:lpstr>
      <vt:lpstr>Consultation time</vt:lpstr>
      <vt:lpstr>Course description / Intended learning outcomes</vt:lpstr>
      <vt:lpstr>Pedagogy</vt:lpstr>
      <vt:lpstr>Nature of electrodynamics</vt:lpstr>
      <vt:lpstr>eLearning</vt:lpstr>
      <vt:lpstr>References</vt:lpstr>
      <vt:lpstr>Assessment</vt:lpstr>
      <vt:lpstr>Some Preliminaries</vt:lpstr>
      <vt:lpstr>Vectors and indices</vt:lpstr>
      <vt:lpstr>Summation convention</vt:lpstr>
      <vt:lpstr>Matrix multiplication</vt:lpstr>
      <vt:lpstr>Kronecker delta</vt:lpstr>
      <vt:lpstr>Identities</vt:lpstr>
      <vt:lpstr>Levi-Civita Symbol</vt:lpstr>
      <vt:lpstr>Cross product</vt:lpstr>
      <vt:lpstr>Identities (1)</vt:lpstr>
      <vt:lpstr>Identities (2)</vt:lpstr>
      <vt:lpstr>Some Preliminaries</vt:lpstr>
      <vt:lpstr>Integral independent of path?</vt:lpstr>
      <vt:lpstr>Independent of path?</vt:lpstr>
      <vt:lpstr>What if not analytic?</vt:lpstr>
      <vt:lpstr>PowerPoint Presentation</vt:lpstr>
      <vt:lpstr>First-order pole</vt:lpstr>
      <vt:lpstr>Higher-order pole</vt:lpstr>
      <vt:lpstr>Laureant series</vt:lpstr>
      <vt:lpstr>Integral around a pole</vt:lpstr>
      <vt:lpstr>PowerPoint Presentation</vt:lpstr>
      <vt:lpstr>Reference</vt:lpstr>
    </vt:vector>
  </TitlesOfParts>
  <Company>cuhk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 Analysis Part I</dc:title>
  <dc:creator>KY</dc:creator>
  <cp:lastModifiedBy>Kenneth Young</cp:lastModifiedBy>
  <cp:revision>204</cp:revision>
  <cp:lastPrinted>2016-06-06T23:30:42Z</cp:lastPrinted>
  <dcterms:created xsi:type="dcterms:W3CDTF">2015-07-01T22:42:57Z</dcterms:created>
  <dcterms:modified xsi:type="dcterms:W3CDTF">2024-01-08T03:21:41Z</dcterms:modified>
</cp:coreProperties>
</file>